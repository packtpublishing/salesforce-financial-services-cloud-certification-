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FSC  —  Account Balance Rollup to Household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88336" y="859536"/>
            <a:ext cx="3767328" cy="1481328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914400"/>
            <a:ext cx="365760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07792" y="1051560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93008" y="1051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Aulakh Household Account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133502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Type: Household  |  Primary Group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07792" y="1664208"/>
            <a:ext cx="3328416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16824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Total Checking Balance (Rolled Up)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99232" y="1682496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44568" y="2286000"/>
            <a:ext cx="54864" cy="274320"/>
          </a:xfrm>
          <a:prstGeom prst="rect">
            <a:avLst/>
          </a:prstGeom>
          <a:solidFill>
            <a:srgbClr val="ADBFCC"/>
          </a:solidFill>
          <a:ln w="12700">
            <a:solidFill>
              <a:srgbClr val="ADBF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2768" y="2532888"/>
            <a:ext cx="5980176" cy="45720"/>
          </a:xfrm>
          <a:prstGeom prst="rect">
            <a:avLst/>
          </a:prstGeom>
          <a:solidFill>
            <a:srgbClr val="ADBFCC"/>
          </a:solidFill>
          <a:ln w="12700">
            <a:solidFill>
              <a:srgbClr val="ADBF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72768" y="2532888"/>
            <a:ext cx="45720" cy="201168"/>
          </a:xfrm>
          <a:prstGeom prst="rect">
            <a:avLst/>
          </a:prstGeom>
          <a:solidFill>
            <a:srgbClr val="ADBFCC"/>
          </a:solidFill>
          <a:ln w="12700">
            <a:solidFill>
              <a:srgbClr val="ADBF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44568" y="2532888"/>
            <a:ext cx="45720" cy="201168"/>
          </a:xfrm>
          <a:prstGeom prst="rect">
            <a:avLst/>
          </a:prstGeom>
          <a:solidFill>
            <a:srgbClr val="ADBFCC"/>
          </a:solidFill>
          <a:ln w="12700">
            <a:solidFill>
              <a:srgbClr val="ADBF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25512" y="2532888"/>
            <a:ext cx="45720" cy="201168"/>
          </a:xfrm>
          <a:prstGeom prst="rect">
            <a:avLst/>
          </a:prstGeom>
          <a:solidFill>
            <a:srgbClr val="ADBFCC"/>
          </a:solidFill>
          <a:ln w="12700">
            <a:solidFill>
              <a:srgbClr val="ADBF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2286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Personal Checking balances automatically SUM up to the Household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2734056"/>
            <a:ext cx="2798064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FA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734056"/>
            <a:ext cx="2798064" cy="47548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" y="2816352"/>
            <a:ext cx="320040" cy="3200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816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" y="2798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Aulakh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" y="30083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Member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" y="3300984"/>
            <a:ext cx="2542032" cy="201168"/>
          </a:xfrm>
          <a:prstGeom prst="rect">
            <a:avLst/>
          </a:prstGeom>
          <a:solidFill>
            <a:srgbClr val="EBF4FB">
              <a:alpha val="80000"/>
            </a:srgbClr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10128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64792" y="3310128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Type: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896" y="3529584"/>
            <a:ext cx="2578608" cy="640080"/>
          </a:xfrm>
          <a:prstGeom prst="rect">
            <a:avLst/>
          </a:prstGeom>
          <a:solidFill>
            <a:srgbClr val="EBF4FB"/>
          </a:solidFill>
          <a:ln w="12700">
            <a:solidFill>
              <a:srgbClr val="1A6FA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0896" y="3529584"/>
            <a:ext cx="54864" cy="64008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584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Personal Checking Account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468880" cy="18288"/>
          </a:xfrm>
          <a:prstGeom prst="rect">
            <a:avLst/>
          </a:prstGeom>
          <a:solidFill>
            <a:srgbClr val="1A6FA8">
              <a:alpha val="40000"/>
            </a:srgbClr>
          </a:solidFill>
          <a:ln w="12700">
            <a:solidFill>
              <a:srgbClr val="1A6FA8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8770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9768" y="385876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01168" y="4233672"/>
            <a:ext cx="2798064" cy="42062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4315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Balance: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10896" y="43068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172968" y="2734056"/>
            <a:ext cx="2798064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A5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72968" y="2734056"/>
            <a:ext cx="2798064" cy="475488"/>
          </a:xfrm>
          <a:prstGeom prst="rect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73552" y="2816352"/>
            <a:ext cx="320040" cy="3200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73552" y="2816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75888" y="2798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Deepika Khanna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75888" y="30083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Member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00984" y="3300984"/>
            <a:ext cx="2542032" cy="201168"/>
          </a:xfrm>
          <a:prstGeom prst="rect">
            <a:avLst/>
          </a:prstGeom>
          <a:solidFill>
            <a:srgbClr val="E8F8F2">
              <a:alpha val="80000"/>
            </a:srgbClr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310128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36592" y="3310128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Type: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82696" y="3529584"/>
            <a:ext cx="2578608" cy="640080"/>
          </a:xfrm>
          <a:prstGeom prst="rect">
            <a:avLst/>
          </a:prstGeom>
          <a:solidFill>
            <a:srgbClr val="E8F8F2"/>
          </a:solidFill>
          <a:ln w="12700">
            <a:solidFill>
              <a:srgbClr val="0E7A5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82696" y="3529584"/>
            <a:ext cx="54864" cy="640080"/>
          </a:xfrm>
          <a:prstGeom prst="rect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01568" y="3584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Personal Checking Account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337560" y="3803904"/>
            <a:ext cx="2468880" cy="18288"/>
          </a:xfrm>
          <a:prstGeom prst="rect">
            <a:avLst/>
          </a:prstGeom>
          <a:solidFill>
            <a:srgbClr val="0E7A55">
              <a:alpha val="40000"/>
            </a:srgbClr>
          </a:solidFill>
          <a:ln w="12700">
            <a:solidFill>
              <a:srgbClr val="0E7A55">
                <a:alpha val="4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01568" y="38770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01568" y="385876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172968" y="4233672"/>
            <a:ext cx="2798064" cy="420624"/>
          </a:xfrm>
          <a:prstGeom prst="rect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82696" y="4315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Balance: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282696" y="43068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144768" y="2734056"/>
            <a:ext cx="2798064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3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44768" y="2734056"/>
            <a:ext cx="2798064" cy="47548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45352" y="2816352"/>
            <a:ext cx="320040" cy="3200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45352" y="2816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647688" y="2798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Channa Aulakh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647688" y="30083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Member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72784" y="3300984"/>
            <a:ext cx="2542032" cy="201168"/>
          </a:xfrm>
          <a:prstGeom prst="rect">
            <a:avLst/>
          </a:prstGeom>
          <a:solidFill>
            <a:srgbClr val="F0EBF8">
              <a:alpha val="80000"/>
            </a:srgbClr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3310128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708392" y="3310128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Type: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54496" y="3529584"/>
            <a:ext cx="2578608" cy="640080"/>
          </a:xfrm>
          <a:prstGeom prst="rect">
            <a:avLst/>
          </a:prstGeom>
          <a:solidFill>
            <a:srgbClr val="F0EBF8"/>
          </a:solidFill>
          <a:ln w="12700">
            <a:solidFill>
              <a:srgbClr val="6B3FA0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254496" y="3529584"/>
            <a:ext cx="54864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73368" y="3584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Personal Checking Account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09360" y="3803904"/>
            <a:ext cx="2468880" cy="18288"/>
          </a:xfrm>
          <a:prstGeom prst="rect">
            <a:avLst/>
          </a:prstGeom>
          <a:solidFill>
            <a:srgbClr val="6B3FA0">
              <a:alpha val="40000"/>
            </a:srgbClr>
          </a:solidFill>
          <a:ln w="12700">
            <a:solidFill>
              <a:srgbClr val="6B3FA0">
                <a:alpha val="4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73368" y="38770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373368" y="385876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144768" y="4233672"/>
            <a:ext cx="2798064" cy="42062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54496" y="4315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Balance: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254496" y="43068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1168" y="4718304"/>
            <a:ext cx="1463040" cy="393192"/>
          </a:xfrm>
          <a:prstGeom prst="rect">
            <a:avLst/>
          </a:prstGeom>
          <a:solidFill>
            <a:srgbClr val="1A6FA8">
              <a:alpha val="85000"/>
            </a:srgbClr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3464" y="4727448"/>
            <a:ext cx="1353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Aulakh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83464" y="48737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773936" y="4681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81" name="Shape 79"/>
          <p:cNvSpPr/>
          <p:nvPr/>
        </p:nvSpPr>
        <p:spPr>
          <a:xfrm>
            <a:off x="2084832" y="4718304"/>
            <a:ext cx="1463040" cy="393192"/>
          </a:xfrm>
          <a:prstGeom prst="rect">
            <a:avLst/>
          </a:prstGeom>
          <a:solidFill>
            <a:srgbClr val="0E7A55">
              <a:alpha val="85000"/>
            </a:srgbClr>
          </a:solidFill>
          <a:ln w="12700">
            <a:solidFill>
              <a:srgbClr val="0E7A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167128" y="4727448"/>
            <a:ext cx="1353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Deepika Khanna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167128" y="48737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3657600" y="4681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85" name="Shape 83"/>
          <p:cNvSpPr/>
          <p:nvPr/>
        </p:nvSpPr>
        <p:spPr>
          <a:xfrm>
            <a:off x="3968496" y="4718304"/>
            <a:ext cx="1463040" cy="393192"/>
          </a:xfrm>
          <a:prstGeom prst="rect">
            <a:avLst/>
          </a:prstGeom>
          <a:solidFill>
            <a:srgbClr val="6B3FA0">
              <a:alpha val="85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050792" y="4727448"/>
            <a:ext cx="13533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Channa Aulakh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050792" y="48737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541264" y="4681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700" dirty="0"/>
          </a:p>
        </p:txBody>
      </p:sp>
      <p:sp>
        <p:nvSpPr>
          <p:cNvPr id="89" name="Shape 87"/>
          <p:cNvSpPr/>
          <p:nvPr/>
        </p:nvSpPr>
        <p:spPr>
          <a:xfrm>
            <a:off x="5852160" y="4718304"/>
            <a:ext cx="2240280" cy="3931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34456" y="4727448"/>
            <a:ext cx="2130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Aulakh Household Total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934456" y="4873752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3D3F006-F26E-4324-9370-4216BAC0118C}"/>
</file>

<file path=customXml/itemProps2.xml><?xml version="1.0" encoding="utf-8"?>
<ds:datastoreItem xmlns:ds="http://schemas.openxmlformats.org/officeDocument/2006/customXml" ds:itemID="{27BA8AA2-C311-4DA6-B034-587572153246}"/>
</file>

<file path=customXml/itemProps3.xml><?xml version="1.0" encoding="utf-8"?>
<ds:datastoreItem xmlns:ds="http://schemas.openxmlformats.org/officeDocument/2006/customXml" ds:itemID="{12EF46B2-5A96-4440-9CFF-99752168125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PptxGenJS</cp:lastModifiedBy>
  <cp:revision>1</cp:revision>
  <dcterms:created xsi:type="dcterms:W3CDTF">2026-02-18T22:33:34Z</dcterms:created>
  <dcterms:modified xsi:type="dcterms:W3CDTF">2026-02-18T22:33:34Z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10734400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