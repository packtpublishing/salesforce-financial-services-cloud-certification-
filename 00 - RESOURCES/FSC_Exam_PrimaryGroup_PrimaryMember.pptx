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 Aulakh" userId="d6babfaf87fe36d4" providerId="LiveId" clId="{CE0E9DEC-6ECA-4D2B-9E81-522B3F6AC684}"/>
    <pc:docChg chg="delSld modSld">
      <pc:chgData name="Sim Aulakh" userId="d6babfaf87fe36d4" providerId="LiveId" clId="{CE0E9DEC-6ECA-4D2B-9E81-522B3F6AC684}" dt="2026-02-19T14:21:54.765" v="4" actId="20577"/>
      <pc:docMkLst>
        <pc:docMk/>
      </pc:docMkLst>
      <pc:sldChg chg="modSp del mod">
        <pc:chgData name="Sim Aulakh" userId="d6babfaf87fe36d4" providerId="LiveId" clId="{CE0E9DEC-6ECA-4D2B-9E81-522B3F6AC684}" dt="2026-02-18T23:19:07.609" v="1" actId="47"/>
        <pc:sldMkLst>
          <pc:docMk/>
          <pc:sldMk cId="0" sldId="256"/>
        </pc:sldMkLst>
        <pc:spChg chg="mod">
          <ac:chgData name="Sim Aulakh" userId="d6babfaf87fe36d4" providerId="LiveId" clId="{CE0E9DEC-6ECA-4D2B-9E81-522B3F6AC684}" dt="2026-02-18T23:19:05.776" v="0" actId="1076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Sim Aulakh" userId="d6babfaf87fe36d4" providerId="LiveId" clId="{CE0E9DEC-6ECA-4D2B-9E81-522B3F6AC684}" dt="2026-02-19T14:21:54.765" v="4" actId="20577"/>
        <pc:sldMkLst>
          <pc:docMk/>
          <pc:sldMk cId="0" sldId="257"/>
        </pc:sldMkLst>
        <pc:spChg chg="mod">
          <ac:chgData name="Sim Aulakh" userId="d6babfaf87fe36d4" providerId="LiveId" clId="{CE0E9DEC-6ECA-4D2B-9E81-522B3F6AC684}" dt="2026-02-19T13:53:26.247" v="2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im Aulakh" userId="d6babfaf87fe36d4" providerId="LiveId" clId="{CE0E9DEC-6ECA-4D2B-9E81-522B3F6AC684}" dt="2026-02-19T14:21:54.765" v="4" actId="20577"/>
          <ac:spMkLst>
            <pc:docMk/>
            <pc:sldMk cId="0" sldId="257"/>
            <ac:spMk id="30" creationId="{00000000-0000-0000-0000-000000000000}"/>
          </ac:spMkLst>
        </pc:spChg>
        <pc:spChg chg="mod">
          <ac:chgData name="Sim Aulakh" userId="d6babfaf87fe36d4" providerId="LiveId" clId="{CE0E9DEC-6ECA-4D2B-9E81-522B3F6AC684}" dt="2026-02-19T13:58:43.264" v="3" actId="20577"/>
          <ac:spMkLst>
            <pc:docMk/>
            <pc:sldMk cId="0" sldId="257"/>
            <ac:spMk id="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9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— Key Rules You MUST Know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person's financial records roll up 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2004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61872" y="1280160"/>
            <a:ext cx="621792" cy="6217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1872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Household or Group that a person's financial records roll up 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651760" cy="713232"/>
          </a:xfrm>
          <a:prstGeom prst="rect">
            <a:avLst/>
          </a:prstGeom>
          <a:solidFill>
            <a:srgbClr val="22326A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88720" y="321868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2651760" cy="713232"/>
          </a:xfrm>
          <a:prstGeom prst="rect">
            <a:avLst/>
          </a:prstGeom>
          <a:solidFill>
            <a:srgbClr val="22326A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188720" y="40416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Group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1143000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1143000"/>
            <a:ext cx="2578608" cy="640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13048" y="1271016"/>
            <a:ext cx="329184" cy="329184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1304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1304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33672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Group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13048" y="1581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Account can belong to ONLY ONE Primary Group at a time. You cannot have two Primary Groups for the same person.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1143000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2578608" cy="64008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10528" y="1271016"/>
            <a:ext cx="329184" cy="329184"/>
          </a:xfrm>
          <a:prstGeom prst="ellipse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1052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1052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31152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Rollups Go to Primary Group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1581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 (Financial Accounts, Assets, Liabilities, Revenues) ONLY roll up to the Primary Group</a:t>
            </a: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03320" y="2404872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703320" y="2404872"/>
            <a:ext cx="2578608" cy="6400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13048" y="2532888"/>
            <a:ext cx="329184" cy="329184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1304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1304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233672" y="2523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via Account-Contact Relationship (ACR)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13048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is configured on the ACR record. You tick the 'Primary Group' checkbox on the specific ACR that links the person to their group.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2404872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0" y="2404872"/>
            <a:ext cx="2578608" cy="64008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510528" y="2532888"/>
            <a:ext cx="329184" cy="329184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1052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1052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31152" y="2523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Can Be in Multiple Groups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10528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CAN be a member of multiple Groups/Households, but only ONE of those groups is the Primary Group. The others are non-primary memberships.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03320" y="3666744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703320" y="3666744"/>
            <a:ext cx="25786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813048" y="3794760"/>
            <a:ext cx="329184" cy="32918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1304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1304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233672" y="37856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Primary Group is Possible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13048" y="41056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can change someone's Primary Group by editing the ACR. The old household loses the rollup; the new one gains it in real time.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0" y="3666744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00800" y="3666744"/>
            <a:ext cx="257860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510528" y="3794760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1052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️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1052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931152" y="37856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Person Accounts as Members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10528" y="41056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Person Accounts (not Business Accounts) can be added as members of a Household. 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 — Key Rules You MUST Know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'lead' person inside a Household or Group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200400" cy="3749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61872" y="1280160"/>
            <a:ext cx="621792" cy="621792"/>
          </a:xfrm>
          <a:prstGeom prst="ellipse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1872" y="12801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person inside a Group identified as its main client/lead contact.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2651760" cy="713232"/>
          </a:xfrm>
          <a:prstGeom prst="rect">
            <a:avLst/>
          </a:prstGeom>
          <a:solidFill>
            <a:srgbClr val="22326A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16152" y="32186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Group/Household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2651760" cy="713232"/>
          </a:xfrm>
          <a:prstGeom prst="rect">
            <a:avLst/>
          </a:prstGeom>
          <a:solidFill>
            <a:srgbClr val="22326A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16152" y="404164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members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still be added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1143000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03320" y="1143000"/>
            <a:ext cx="2578608" cy="64008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1304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33672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 Member per Group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3048" y="1581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Household or Group can have ONLY ONE Primary Member. There cannot be two primary members in the same household — the system enforces this.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1143000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800" y="1143000"/>
            <a:ext cx="2578608" cy="64008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10528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31152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the ACR Record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158191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 status is set by checking the 'Primary Member' field on the Account-Contact Relationship (ACR) record for that person in that group.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2404872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03320" y="2404872"/>
            <a:ext cx="2578608" cy="640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1304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33672" y="2523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Named After Primary Member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13048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the Household account takes its name from the Primary Member's last name (e.g. 'Adams Household' if Rachel Adams is Primary Member).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404872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0" y="2404872"/>
            <a:ext cx="2578608" cy="64008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052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31152" y="252374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Control Rollups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10528" y="284378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the Primary Member does NOT by itself affect rollups. Rollups are controlled by the 'Primary Group' setting, not Primary Member status.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03320" y="3666744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03320" y="3666744"/>
            <a:ext cx="25786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1304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33672" y="37856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 Anytime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13048" y="41056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can change who is Primary Member by editing the ACR. Useful when the original client leaves a household or a new client takes over.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3666744"/>
            <a:ext cx="2578608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400800" y="3666744"/>
            <a:ext cx="2578608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1052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31152" y="37856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Members Are Non-Primary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0528" y="41056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members of a household are non-primary members. They still roll up if their Primary Group is set to this household — it's independent.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vs Primary Member — Side by Side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these two — they control completely different things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Primary Group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Primary Member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1170432"/>
            <a:ext cx="457200" cy="365760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1170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7190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896" y="17190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19072" y="1764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household/group where a person's financial records go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7922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36592" y="17647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designated lead client inside a household/group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176272"/>
            <a:ext cx="8595360" cy="420624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1762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0896" y="21762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19072" y="2221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Account-Contact Relationship (ACR) — 'Primary Group' checkbox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22494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36592" y="2221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Account-Contact Relationship (ACR) — 'Primary Member' checkbox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6334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10896" y="26334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per person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19072" y="2679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Person Account (a person can only have 1 Primary Group)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27066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26791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it's set on the GROUP, not the person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90672"/>
            <a:ext cx="8595360" cy="420624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0906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0896" y="30906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per group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719072" y="31363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limit — many people can have this group as their Primary Group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1638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36592" y="31363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Group/Household (only 1 primary member per group)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478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5478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0896" y="35478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rollups?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19072" y="35935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records only roll up to the Primary Group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36210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36592" y="35935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— does NOT control rollups at all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005072"/>
            <a:ext cx="8595360" cy="420624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74320" y="40050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10896" y="40050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impact?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719072" y="4050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impact on Household name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17720" y="40782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36592" y="40507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— Household is named after the Primary Member by default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462272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4462272"/>
            <a:ext cx="1371600" cy="42062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0896" y="4462272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changed?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719072" y="4507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edit ACR, change Primary Group to new household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17720" y="4535424"/>
            <a:ext cx="36576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36592" y="450799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edit ACR, uncheck old, check new person as Primary Member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4828032"/>
            <a:ext cx="859536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EXAM KEY:  Primary Group controls WHERE data rolls up.   Primary Member controls WHO represents the household.   They are SET on the same ACR record but do completely different things.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They Configured? — The ACR Record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Primary Group &amp; Primary Member are set on the Account-Contact Relationship object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3832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383280" cy="438912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12471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Account-Contact Relationship (ACR)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61848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ACR is the junction object that links a Person Account to a Household. It is NOT just a link — it carries important configuration fields.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2377440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" y="24140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(Household):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73936" y="24140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Aulakh Household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724912"/>
            <a:ext cx="3200400" cy="310896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7614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(Person):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73936" y="27614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Aulakh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3072384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310896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Group: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73936" y="31089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Member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419856"/>
            <a:ext cx="3200400" cy="310896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" y="345643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73936" y="345643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3767328"/>
            <a:ext cx="3200400" cy="310896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38039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73936" y="38039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114800"/>
            <a:ext cx="3200400" cy="310896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336" y="41513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73936" y="415137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4462272"/>
            <a:ext cx="32004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02336" y="449884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73936" y="449884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Accounts, Opportunities...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40480" y="1097280"/>
            <a:ext cx="5029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40480" y="1097280"/>
            <a:ext cx="502920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68496" y="1124712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Step-by-Step: Setting Primary Group &amp; Primary Member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3632" y="1627632"/>
            <a:ext cx="48646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59352" y="1691640"/>
            <a:ext cx="274320" cy="274320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959352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06824" y="1664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Household Account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06824" y="18470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Household record in the Wealth Management app.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13632" y="2084832"/>
            <a:ext cx="4864608" cy="402336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959352" y="2148840"/>
            <a:ext cx="274320" cy="274320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959352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06824" y="2121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Relationships Tab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06824" y="23042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'Household Members' section or click '+ Add Relationship'.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913632" y="2542032"/>
            <a:ext cx="48646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959352" y="2606040"/>
            <a:ext cx="274320" cy="274320"/>
          </a:xfrm>
          <a:prstGeom prst="ellipse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59352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06824" y="25786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Edit a Member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06824" y="27614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Person Account to add. An ACR record is created automatically.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13632" y="2999232"/>
            <a:ext cx="4864608" cy="402336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959352" y="3063240"/>
            <a:ext cx="274320" cy="274320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959352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06824" y="3035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Primary Group on the ACR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06824" y="32186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✅ 'Primary Group' — this tells FSC to roll up THIS person's records here.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913632" y="3456432"/>
            <a:ext cx="48646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959352" y="352044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95935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306824" y="3493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Primary Member (if applicable)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06824" y="36758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✅ 'Primary Member' — only ONE person per household. This names the household.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13632" y="3913632"/>
            <a:ext cx="4864608" cy="402336"/>
          </a:xfrm>
          <a:prstGeom prst="rect">
            <a:avLst/>
          </a:prstGeom>
          <a:solidFill>
            <a:srgbClr val="FDF3D8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959352" y="3977640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959352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06824" y="39502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Roll-Ups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306824" y="41330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WHICH objects to roll up: Financial Accounts, Opportunities, Referrals, etc.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13632" y="4370832"/>
            <a:ext cx="486460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959352" y="4434840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959352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306824" y="4407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306824" y="4590288"/>
            <a:ext cx="4297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Save. Rollup calculations begin immediately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Primary Group Drives Rollups — Exam Must-Knows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only flows to where Primary Group points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45720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1247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Client-Level Rollups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914400" cy="329184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" y="2039112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needed. Works automatically for every Person Account. Aggregates that person's own Financial Accounts, Assets, Liabilities at the individual level.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27432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 Tip: Client-level rollups are ON by default. No admin action required.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11247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Group-Level Rollups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19472" y="1627632"/>
            <a:ext cx="1097280" cy="329184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627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82896" y="2039112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records across ALL Primary Group members. Must be turned on: Setup → Custom Settings → Wealth Application Config → Enable Group Record Rollups.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82896" y="274320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Exam Tip: Group-level rollups are OFF by default. Admin must enable them.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64008" cy="804672"/>
          </a:xfrm>
          <a:prstGeom prst="rect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447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Rollup only goes to Primary 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7307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person is a member of 3 households but only ONE is their Primary Group, only that household shows their rolled-up totals.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4472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Non-primary membership = NO rollup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73075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in a household as a non-primary member (no Primary Group tick) does NOT contribute any financial data to that household's totals.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4270248"/>
            <a:ext cx="64008" cy="8046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Rollup-by-Lookup (RBL) Rules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" y="46177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Financial Accounts, Assets &amp; Liabilities — FSC uses RBL rules (not standard SFDC rollups). These run when a Financial Account record is updated.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2702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4270248"/>
            <a:ext cx="64008" cy="8046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19472" y="4334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Rollup objects must be in ACR picklist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46177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Opportunities, Referrals, Cases to roll up, their picklist values must first be added to the Roll-Ups__c field on the ACR object.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Common Exam Traps — Don't Get Caught!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most frequently tested misconceptions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1430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1978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78992" y="119786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"Primary Member controls rollups"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6184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8013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controls rollups — NOT Primary Member. Primary Member only names the household and identifies the lead client.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1184" y="11978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77840" y="1197864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person can have multiple Primary Groups"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6184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01184" y="18013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Each Person Account can have ONLY ONE Primary Group. If you change it, the old household loses that person's rollup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441448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441448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6032" y="2441448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2496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8992" y="249631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household can have multiple Primary Members"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" y="29169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" y="30998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Each Household or Group can have only ONE Primary Member. The system will not allow a second person to be set as Primary Member.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441448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2441448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441448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01184" y="24963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2496312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"Group-level rollups are enabled by default"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9169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30998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Client-level rollups are ON by default. Group-level rollups (Household totals) must be manually enabled in Custom Settings → Wealth Application Config.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739896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3739896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56032" y="3739896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37947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78992" y="37947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"Business Accounts can be Household Members"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42153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2336" y="43982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Only Person Accounts can be added as Household members. Business Accounts use Relationship Groups (a different Group type), not Households.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739896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3739896"/>
            <a:ext cx="4251960" cy="38404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3739896"/>
            <a:ext cx="6400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01184" y="37947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TRAP: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3794760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"Being a member of a household = data rolls up there"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01184" y="42153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REALITY: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01184" y="43982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 Data only rolls up if that household is your PRIMARY GROUP. You must tick 'Primary Group' on the ACR. Just being a member is not enough.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86968"/>
            <a:ext cx="9144000" cy="82296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Scenario Walk-Through — Rachel Adams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13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Primary Group &amp; Primary Member through a real FSC example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2471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Scenario: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 Adams is a client. She belongs to TWO households: (1) Adams Household — her own family with spouse Nigel, where she is Primary Member.  (2) Symonds Household — her parents' household, where she manages finances as beneficiary.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1605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FA8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4160520" cy="50292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190195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6384" y="19202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Adams Household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6384" y="21671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Rachel's role: Primary Member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468880"/>
            <a:ext cx="1920240" cy="310896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468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Primary Group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41448" y="2468880"/>
            <a:ext cx="1920240" cy="310896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41448" y="2468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Primary Member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852928"/>
            <a:ext cx="3858768" cy="310896"/>
          </a:xfrm>
          <a:prstGeom prst="rect">
            <a:avLst/>
          </a:prstGeom>
          <a:solidFill>
            <a:srgbClr val="E8F8F2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529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Rachel's financial data ROLLS UP to this household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32461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This IS Rachel's Primary Group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5478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Rachel IS the Primary Member here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8496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Her Financial Accounts roll up HERE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415137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Nigel is also a member (his Primary Group = here too)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" y="44531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Household named 'Adams Household' after Rachel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874520"/>
            <a:ext cx="416052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6E6E"/>
            </a:solidFill>
            <a:prstDash val="solid"/>
          </a:ln>
          <a:effectLst>
            <a:outerShdw blurRad="1143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874520"/>
            <a:ext cx="4160520" cy="50292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1901952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266944" y="192024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Symonds Household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66944" y="2167128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Rachel's role: Beneficiary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468880"/>
            <a:ext cx="1920240" cy="31089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2468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Primary Group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22008" y="2468880"/>
            <a:ext cx="1920240" cy="31089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22008" y="2468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Primary Member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2852928"/>
            <a:ext cx="3858768" cy="31089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92040" y="28529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Rachel's financial data does NOT roll up here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9472" y="324612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This is NOT Rachel's Primary Group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9472" y="354787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Rachel is NOT the Primary Member here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19472" y="384962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Rachel's finances do NOT roll up here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19472" y="415137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Rachel can still VIEW this household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19472" y="445312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Rachel's role here = Beneficiary (ACR field)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97680" y="3108960"/>
            <a:ext cx="457200" cy="457200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2976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Quick-Fire Exam Facts — Primary Group &amp; Primary Member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84124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996696"/>
            <a:ext cx="457200" cy="457200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96012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Account can have only ONE Primary Group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41832" y="1389888"/>
            <a:ext cx="3456432" cy="201168"/>
          </a:xfrm>
          <a:prstGeom prst="rect">
            <a:avLst/>
          </a:prstGeom>
          <a:solidFill>
            <a:srgbClr val="1A6FA8">
              <a:alpha val="20000"/>
            </a:srgbClr>
          </a:solidFill>
          <a:ln w="12700">
            <a:solidFill>
              <a:srgbClr val="1A6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1399032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 person = max 1 Primary Group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86968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64608" y="996696"/>
            <a:ext cx="457200" cy="457200"/>
          </a:xfrm>
          <a:prstGeom prst="ellipse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4608" y="996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Household/Group can have only ONE Primary Member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22392" y="1389888"/>
            <a:ext cx="3456432" cy="201168"/>
          </a:xfrm>
          <a:prstGeom prst="rect">
            <a:avLst/>
          </a:prstGeom>
          <a:solidFill>
            <a:srgbClr val="0E7A55">
              <a:alpha val="20000"/>
            </a:srgbClr>
          </a:solidFill>
          <a:ln w="12700">
            <a:solidFill>
              <a:srgbClr val="0E7A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9824" y="1399032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 group = max 1 Primary Member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737360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1847088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" y="181051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records ONLY roll up to the Primary Group — not to other memberships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41832" y="2240280"/>
            <a:ext cx="3456432" cy="201168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9264" y="2249424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Primary Group = rollup destination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1737360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64608" y="1847088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6460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1810512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Client-level rollups are ON by default — no setup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22392" y="2240280"/>
            <a:ext cx="3456432" cy="201168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9824" y="2249424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Group-level rollups need enabling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587752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2697480"/>
            <a:ext cx="457200" cy="457200"/>
          </a:xfrm>
          <a:prstGeom prst="ellipse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" y="266090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rollups must be enabled via Custom Settings → Wealth Application Config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1832" y="3090672"/>
            <a:ext cx="3456432" cy="201168"/>
          </a:xfrm>
          <a:prstGeom prst="rect">
            <a:avLst/>
          </a:prstGeom>
          <a:solidFill>
            <a:srgbClr val="0D6E6E">
              <a:alpha val="20000"/>
            </a:srgbClr>
          </a:solidFill>
          <a:ln w="12700">
            <a:solidFill>
              <a:srgbClr val="0D6E6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9264" y="3099816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Enable Group Record Rollups checkbox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587752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64608" y="2697480"/>
            <a:ext cx="457200" cy="457200"/>
          </a:xfrm>
          <a:prstGeom prst="ellipse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6460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22392" y="2660904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Primary Group &amp; Primary Member are set on the ACR (Account-Contact Relationship) record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22392" y="3090672"/>
            <a:ext cx="3456432" cy="201168"/>
          </a:xfrm>
          <a:prstGeom prst="rect">
            <a:avLst/>
          </a:prstGeom>
          <a:solidFill>
            <a:srgbClr val="5B2C8D">
              <a:alpha val="20000"/>
            </a:srgbClr>
          </a:solidFill>
          <a:ln w="12700">
            <a:solidFill>
              <a:srgbClr val="5B2C8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9824" y="3099816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2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Same object, different fields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438144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4048" y="3547872"/>
            <a:ext cx="457200" cy="457200"/>
          </a:xfrm>
          <a:prstGeom prst="ellipse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8404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1832" y="351129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 does NOT control rollups — it only names the household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41832" y="3941064"/>
            <a:ext cx="3456432" cy="201168"/>
          </a:xfrm>
          <a:prstGeom prst="rect">
            <a:avLst/>
          </a:prstGeom>
          <a:solidFill>
            <a:srgbClr val="1A6FA8">
              <a:alpha val="20000"/>
            </a:srgbClr>
          </a:solidFill>
          <a:ln w="12700">
            <a:solidFill>
              <a:srgbClr val="1A6FA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69264" y="3950208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Don't confuse with Primary Group!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3438144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64608" y="3547872"/>
            <a:ext cx="457200" cy="457200"/>
          </a:xfrm>
          <a:prstGeom prst="ellipse">
            <a:avLst/>
          </a:prstGeom>
          <a:solidFill>
            <a:srgbClr val="0E7A55"/>
          </a:solidFill>
          <a:ln w="12700">
            <a:solidFill>
              <a:srgbClr val="0E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64608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22392" y="3511296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Person Accounts can be Household members — not Business Accounts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22392" y="3941064"/>
            <a:ext cx="3456432" cy="201168"/>
          </a:xfrm>
          <a:prstGeom prst="rect">
            <a:avLst/>
          </a:prstGeom>
          <a:solidFill>
            <a:srgbClr val="0E7A55">
              <a:alpha val="20000"/>
            </a:srgbClr>
          </a:solidFill>
          <a:ln w="12700">
            <a:solidFill>
              <a:srgbClr val="0E7A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49824" y="3950208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Business Accounts → use Relationship Groups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4288536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84048" y="4398264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41832" y="436168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Rollup-by-Lookup (RBL) rules handle Financial Account balance rollups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41832" y="4791456"/>
            <a:ext cx="3456432" cy="201168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69264" y="4800600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Fires when Financial Account is updated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54880" y="4288536"/>
            <a:ext cx="4251960" cy="749808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64608" y="4398264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64608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22392" y="436168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Opportunities/Cases/Referrals to roll up, their values must be in the ACR Roll-Ups picklist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422392" y="4791456"/>
            <a:ext cx="3456432" cy="201168"/>
          </a:xfrm>
          <a:prstGeom prst="rect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449824" y="4800600"/>
            <a:ext cx="34015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Object Manager → ACR → Roll-Ups field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22326A"/>
          </a:solidFill>
          <a:ln w="12700">
            <a:solidFill>
              <a:srgbClr val="2232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502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This! 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&amp; Primary Member — Final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6400800" cy="36576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87452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0392" y="192024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43584" y="192024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Group = WHERE a person's data rolls up. One per Person Account. Set on ACR.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37744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0392" y="242316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43584" y="242316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Member = WHO leads the household. One per Group. Does NOT control rollups.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88036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0392" y="292608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43584" y="292608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configured on the Account-Contact Relationship (ACR) object.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38328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0392" y="342900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0392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43584" y="342900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Client-level rollups = ON by default.  Group-level rollups = must be ENABLED.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88620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50392" y="393192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392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43584" y="393192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a non-primary member of a household means ZERO rollup contribution there.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4389120"/>
            <a:ext cx="6583680" cy="438912"/>
          </a:xfrm>
          <a:prstGeom prst="rect">
            <a:avLst/>
          </a:prstGeom>
          <a:solidFill>
            <a:srgbClr val="1E3060"/>
          </a:solidFill>
          <a:ln w="12700">
            <a:solidFill>
              <a:srgbClr val="2D4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0392" y="4434840"/>
            <a:ext cx="310896" cy="3108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0392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43584" y="443484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Opportunities &amp; Referrals to roll up: add their values to ACR Roll-Ups picklist.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773168"/>
            <a:ext cx="292608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4773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Accredited Professional Exam Prep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EC4FAED17FD4FA002B715A7CB3129" ma:contentTypeVersion="19" ma:contentTypeDescription="Create a new document." ma:contentTypeScope="" ma:versionID="fc607e3a73fbd72e1e6558e9065345a3">
  <xsd:schema xmlns:xsd="http://www.w3.org/2001/XMLSchema" xmlns:xs="http://www.w3.org/2001/XMLSchema" xmlns:p="http://schemas.microsoft.com/office/2006/metadata/properties" xmlns:ns2="92e4be8c-5aca-45ec-8e17-deab1f90d7c8" xmlns:ns3="92b31412-8c8f-44f1-a883-141cef3f34cc" targetNamespace="http://schemas.microsoft.com/office/2006/metadata/properties" ma:root="true" ma:fieldsID="33e2405e61dc50088f30f9e2951fba88" ns2:_="" ns3:_="">
    <xsd:import namespace="92e4be8c-5aca-45ec-8e17-deab1f90d7c8"/>
    <xsd:import namespace="92b31412-8c8f-44f1-a883-141cef3f34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Duration" minOccurs="0"/>
                <xsd:element ref="ns3:MediaLengthInSecond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4be8c-5aca-45ec-8e17-deab1f90d7c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795d2f5-1cbf-45cb-9409-0dc909a94953}" ma:internalName="TaxCatchAll" ma:showField="CatchAllData" ma:web="92e4be8c-5aca-45ec-8e17-deab1f90d7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31412-8c8f-44f1-a883-141cef3f34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uration" ma:index="19" nillable="true" ma:displayName="Duration" ma:internalName="Duration">
      <xsd:simpleType>
        <xsd:restriction base="dms:Text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4206cbd-ed67-49c0-b8a0-af32ee4f26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2b31412-8c8f-44f1-a883-141cef3f34cc">
      <Terms xmlns="http://schemas.microsoft.com/office/infopath/2007/PartnerControls"/>
    </lcf76f155ced4ddcb4097134ff3c332f>
    <TaxCatchAll xmlns="92e4be8c-5aca-45ec-8e17-deab1f90d7c8" xsi:nil="true"/>
    <Duration xmlns="92b31412-8c8f-44f1-a883-141cef3f34cc" xsi:nil="true"/>
    <SharedWithUsers xmlns="92e4be8c-5aca-45ec-8e17-deab1f90d7c8">
      <UserInfo>
        <DisplayName/>
        <AccountId xsi:nil="true"/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D1FFF9B-44B7-439D-8A0E-3F0828DAB66F}"/>
</file>

<file path=customXml/itemProps2.xml><?xml version="1.0" encoding="utf-8"?>
<ds:datastoreItem xmlns:ds="http://schemas.openxmlformats.org/officeDocument/2006/customXml" ds:itemID="{16881BE8-C457-46A6-AD7C-BE93026CF47D}"/>
</file>

<file path=customXml/itemProps3.xml><?xml version="1.0" encoding="utf-8"?>
<ds:datastoreItem xmlns:ds="http://schemas.openxmlformats.org/officeDocument/2006/customXml" ds:itemID="{A9E15DA8-AB92-44F7-951C-1D6B51F77EBC}"/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1991</Words>
  <Application>Microsoft Office PowerPoint</Application>
  <PresentationFormat>On-screen Show (16:9)</PresentationFormat>
  <Paragraphs>251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PptxGenJS</dc:creator>
  <cp:lastModifiedBy>Sim Aulakh</cp:lastModifiedBy>
  <cp:revision>1</cp:revision>
  <dcterms:created xsi:type="dcterms:W3CDTF">2026-02-18T23:16:38Z</dcterms:created>
  <dcterms:modified xsi:type="dcterms:W3CDTF">2026-02-19T14:22:03Z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0x010100AF5EC4FAED17FD4FA002B715A7CB3129</vt:lpwstr>
  </property>
  <property fmtid="{D5CDD505-2E9C-101B-9397-08002B2CF9AE}" pid="3" name="Order">
    <vt:r8>10734100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