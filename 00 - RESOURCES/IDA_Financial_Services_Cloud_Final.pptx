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64" r:id="rId4"/>
    <p:sldId id="265" r:id="rId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97B77A-1C35-4618-9389-F4727A225768}" v="25" dt="2026-03-07T19:37:27.5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6" d="100"/>
          <a:sy n="106" d="100"/>
        </p:scale>
        <p:origin x="543" y="27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13" Type="http://schemas.openxmlformats.org/officeDocument/2006/relationships/customXml" Target="../customXml/item1.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customXml" Target="../customXml/item3.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 Id="rId14" Type="http://schemas.openxmlformats.org/officeDocument/2006/relationships/customXml" Target="../customXml/item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m Aulakh" userId="d6babfaf87fe36d4" providerId="LiveId" clId="{B442A88C-B6CB-4329-AF62-B197A214B4A4}"/>
    <pc:docChg chg="undo custSel addSld delSld modSld">
      <pc:chgData name="Sim Aulakh" userId="d6babfaf87fe36d4" providerId="LiveId" clId="{B442A88C-B6CB-4329-AF62-B197A214B4A4}" dt="2026-03-07T19:38:11.673" v="177" actId="6549"/>
      <pc:docMkLst>
        <pc:docMk/>
      </pc:docMkLst>
      <pc:sldChg chg="modSp mod">
        <pc:chgData name="Sim Aulakh" userId="d6babfaf87fe36d4" providerId="LiveId" clId="{B442A88C-B6CB-4329-AF62-B197A214B4A4}" dt="2026-03-07T19:27:11.730" v="93" actId="207"/>
        <pc:sldMkLst>
          <pc:docMk/>
          <pc:sldMk cId="0" sldId="256"/>
        </pc:sldMkLst>
        <pc:spChg chg="mod">
          <ac:chgData name="Sim Aulakh" userId="d6babfaf87fe36d4" providerId="LiveId" clId="{B442A88C-B6CB-4329-AF62-B197A214B4A4}" dt="2026-03-07T19:27:11.730" v="93" actId="207"/>
          <ac:spMkLst>
            <pc:docMk/>
            <pc:sldMk cId="0" sldId="256"/>
            <ac:spMk id="8" creationId="{00000000-0000-0000-0000-000000000000}"/>
          </ac:spMkLst>
        </pc:spChg>
      </pc:sldChg>
      <pc:sldChg chg="delSp modSp mod">
        <pc:chgData name="Sim Aulakh" userId="d6babfaf87fe36d4" providerId="LiveId" clId="{B442A88C-B6CB-4329-AF62-B197A214B4A4}" dt="2026-03-07T19:34:03.957" v="112" actId="12"/>
        <pc:sldMkLst>
          <pc:docMk/>
          <pc:sldMk cId="0" sldId="257"/>
        </pc:sldMkLst>
        <pc:spChg chg="mod">
          <ac:chgData name="Sim Aulakh" userId="d6babfaf87fe36d4" providerId="LiveId" clId="{B442A88C-B6CB-4329-AF62-B197A214B4A4}" dt="2026-03-07T19:27:24.076" v="98" actId="20577"/>
          <ac:spMkLst>
            <pc:docMk/>
            <pc:sldMk cId="0" sldId="257"/>
            <ac:spMk id="4" creationId="{00000000-0000-0000-0000-000000000000}"/>
          </ac:spMkLst>
        </pc:spChg>
        <pc:spChg chg="mod">
          <ac:chgData name="Sim Aulakh" userId="d6babfaf87fe36d4" providerId="LiveId" clId="{B442A88C-B6CB-4329-AF62-B197A214B4A4}" dt="2026-03-07T18:34:28.247" v="9" actId="14100"/>
          <ac:spMkLst>
            <pc:docMk/>
            <pc:sldMk cId="0" sldId="257"/>
            <ac:spMk id="6" creationId="{00000000-0000-0000-0000-000000000000}"/>
          </ac:spMkLst>
        </pc:spChg>
        <pc:spChg chg="mod">
          <ac:chgData name="Sim Aulakh" userId="d6babfaf87fe36d4" providerId="LiveId" clId="{B442A88C-B6CB-4329-AF62-B197A214B4A4}" dt="2026-03-07T19:32:48.032" v="101"/>
          <ac:spMkLst>
            <pc:docMk/>
            <pc:sldMk cId="0" sldId="257"/>
            <ac:spMk id="7" creationId="{00000000-0000-0000-0000-000000000000}"/>
          </ac:spMkLst>
        </pc:spChg>
        <pc:spChg chg="del">
          <ac:chgData name="Sim Aulakh" userId="d6babfaf87fe36d4" providerId="LiveId" clId="{B442A88C-B6CB-4329-AF62-B197A214B4A4}" dt="2026-03-07T18:33:38.107" v="5" actId="478"/>
          <ac:spMkLst>
            <pc:docMk/>
            <pc:sldMk cId="0" sldId="257"/>
            <ac:spMk id="8" creationId="{00000000-0000-0000-0000-000000000000}"/>
          </ac:spMkLst>
        </pc:spChg>
        <pc:spChg chg="del">
          <ac:chgData name="Sim Aulakh" userId="d6babfaf87fe36d4" providerId="LiveId" clId="{B442A88C-B6CB-4329-AF62-B197A214B4A4}" dt="2026-03-07T18:33:44.317" v="6" actId="478"/>
          <ac:spMkLst>
            <pc:docMk/>
            <pc:sldMk cId="0" sldId="257"/>
            <ac:spMk id="9" creationId="{00000000-0000-0000-0000-000000000000}"/>
          </ac:spMkLst>
        </pc:spChg>
        <pc:spChg chg="del">
          <ac:chgData name="Sim Aulakh" userId="d6babfaf87fe36d4" providerId="LiveId" clId="{B442A88C-B6CB-4329-AF62-B197A214B4A4}" dt="2026-03-07T18:33:38.107" v="5" actId="478"/>
          <ac:spMkLst>
            <pc:docMk/>
            <pc:sldMk cId="0" sldId="257"/>
            <ac:spMk id="11" creationId="{00000000-0000-0000-0000-000000000000}"/>
          </ac:spMkLst>
        </pc:spChg>
        <pc:spChg chg="del">
          <ac:chgData name="Sim Aulakh" userId="d6babfaf87fe36d4" providerId="LiveId" clId="{B442A88C-B6CB-4329-AF62-B197A214B4A4}" dt="2026-03-07T18:33:38.107" v="5" actId="478"/>
          <ac:spMkLst>
            <pc:docMk/>
            <pc:sldMk cId="0" sldId="257"/>
            <ac:spMk id="12" creationId="{00000000-0000-0000-0000-000000000000}"/>
          </ac:spMkLst>
        </pc:spChg>
        <pc:spChg chg="del">
          <ac:chgData name="Sim Aulakh" userId="d6babfaf87fe36d4" providerId="LiveId" clId="{B442A88C-B6CB-4329-AF62-B197A214B4A4}" dt="2026-03-07T18:33:50.231" v="7" actId="478"/>
          <ac:spMkLst>
            <pc:docMk/>
            <pc:sldMk cId="0" sldId="257"/>
            <ac:spMk id="13" creationId="{00000000-0000-0000-0000-000000000000}"/>
          </ac:spMkLst>
        </pc:spChg>
        <pc:spChg chg="del">
          <ac:chgData name="Sim Aulakh" userId="d6babfaf87fe36d4" providerId="LiveId" clId="{B442A88C-B6CB-4329-AF62-B197A214B4A4}" dt="2026-03-07T18:33:44.317" v="6" actId="478"/>
          <ac:spMkLst>
            <pc:docMk/>
            <pc:sldMk cId="0" sldId="257"/>
            <ac:spMk id="14" creationId="{00000000-0000-0000-0000-000000000000}"/>
          </ac:spMkLst>
        </pc:spChg>
        <pc:spChg chg="del">
          <ac:chgData name="Sim Aulakh" userId="d6babfaf87fe36d4" providerId="LiveId" clId="{B442A88C-B6CB-4329-AF62-B197A214B4A4}" dt="2026-03-07T18:33:44.317" v="6" actId="478"/>
          <ac:spMkLst>
            <pc:docMk/>
            <pc:sldMk cId="0" sldId="257"/>
            <ac:spMk id="15" creationId="{00000000-0000-0000-0000-000000000000}"/>
          </ac:spMkLst>
        </pc:spChg>
        <pc:spChg chg="del">
          <ac:chgData name="Sim Aulakh" userId="d6babfaf87fe36d4" providerId="LiveId" clId="{B442A88C-B6CB-4329-AF62-B197A214B4A4}" dt="2026-03-07T18:33:38.107" v="5" actId="478"/>
          <ac:spMkLst>
            <pc:docMk/>
            <pc:sldMk cId="0" sldId="257"/>
            <ac:spMk id="16" creationId="{00000000-0000-0000-0000-000000000000}"/>
          </ac:spMkLst>
        </pc:spChg>
        <pc:spChg chg="del">
          <ac:chgData name="Sim Aulakh" userId="d6babfaf87fe36d4" providerId="LiveId" clId="{B442A88C-B6CB-4329-AF62-B197A214B4A4}" dt="2026-03-07T18:33:38.107" v="5" actId="478"/>
          <ac:spMkLst>
            <pc:docMk/>
            <pc:sldMk cId="0" sldId="257"/>
            <ac:spMk id="17" creationId="{00000000-0000-0000-0000-000000000000}"/>
          </ac:spMkLst>
        </pc:spChg>
        <pc:spChg chg="del">
          <ac:chgData name="Sim Aulakh" userId="d6babfaf87fe36d4" providerId="LiveId" clId="{B442A88C-B6CB-4329-AF62-B197A214B4A4}" dt="2026-03-07T18:33:38.107" v="5" actId="478"/>
          <ac:spMkLst>
            <pc:docMk/>
            <pc:sldMk cId="0" sldId="257"/>
            <ac:spMk id="18" creationId="{00000000-0000-0000-0000-000000000000}"/>
          </ac:spMkLst>
        </pc:spChg>
        <pc:spChg chg="del">
          <ac:chgData name="Sim Aulakh" userId="d6babfaf87fe36d4" providerId="LiveId" clId="{B442A88C-B6CB-4329-AF62-B197A214B4A4}" dt="2026-03-07T18:33:50.231" v="7" actId="478"/>
          <ac:spMkLst>
            <pc:docMk/>
            <pc:sldMk cId="0" sldId="257"/>
            <ac:spMk id="19" creationId="{00000000-0000-0000-0000-000000000000}"/>
          </ac:spMkLst>
        </pc:spChg>
        <pc:spChg chg="del">
          <ac:chgData name="Sim Aulakh" userId="d6babfaf87fe36d4" providerId="LiveId" clId="{B442A88C-B6CB-4329-AF62-B197A214B4A4}" dt="2026-03-07T18:33:38.107" v="5" actId="478"/>
          <ac:spMkLst>
            <pc:docMk/>
            <pc:sldMk cId="0" sldId="257"/>
            <ac:spMk id="20" creationId="{00000000-0000-0000-0000-000000000000}"/>
          </ac:spMkLst>
        </pc:spChg>
        <pc:spChg chg="del">
          <ac:chgData name="Sim Aulakh" userId="d6babfaf87fe36d4" providerId="LiveId" clId="{B442A88C-B6CB-4329-AF62-B197A214B4A4}" dt="2026-03-07T18:33:38.107" v="5" actId="478"/>
          <ac:spMkLst>
            <pc:docMk/>
            <pc:sldMk cId="0" sldId="257"/>
            <ac:spMk id="21" creationId="{00000000-0000-0000-0000-000000000000}"/>
          </ac:spMkLst>
        </pc:spChg>
        <pc:spChg chg="del">
          <ac:chgData name="Sim Aulakh" userId="d6babfaf87fe36d4" providerId="LiveId" clId="{B442A88C-B6CB-4329-AF62-B197A214B4A4}" dt="2026-03-07T18:33:44.317" v="6" actId="478"/>
          <ac:spMkLst>
            <pc:docMk/>
            <pc:sldMk cId="0" sldId="257"/>
            <ac:spMk id="22" creationId="{00000000-0000-0000-0000-000000000000}"/>
          </ac:spMkLst>
        </pc:spChg>
        <pc:spChg chg="del">
          <ac:chgData name="Sim Aulakh" userId="d6babfaf87fe36d4" providerId="LiveId" clId="{B442A88C-B6CB-4329-AF62-B197A214B4A4}" dt="2026-03-07T18:33:50.231" v="7" actId="478"/>
          <ac:spMkLst>
            <pc:docMk/>
            <pc:sldMk cId="0" sldId="257"/>
            <ac:spMk id="25" creationId="{00000000-0000-0000-0000-000000000000}"/>
          </ac:spMkLst>
        </pc:spChg>
        <pc:spChg chg="del">
          <ac:chgData name="Sim Aulakh" userId="d6babfaf87fe36d4" providerId="LiveId" clId="{B442A88C-B6CB-4329-AF62-B197A214B4A4}" dt="2026-03-07T18:33:44.317" v="6" actId="478"/>
          <ac:spMkLst>
            <pc:docMk/>
            <pc:sldMk cId="0" sldId="257"/>
            <ac:spMk id="26" creationId="{00000000-0000-0000-0000-000000000000}"/>
          </ac:spMkLst>
        </pc:spChg>
        <pc:spChg chg="del">
          <ac:chgData name="Sim Aulakh" userId="d6babfaf87fe36d4" providerId="LiveId" clId="{B442A88C-B6CB-4329-AF62-B197A214B4A4}" dt="2026-03-07T18:33:38.107" v="5" actId="478"/>
          <ac:spMkLst>
            <pc:docMk/>
            <pc:sldMk cId="0" sldId="257"/>
            <ac:spMk id="27" creationId="{00000000-0000-0000-0000-000000000000}"/>
          </ac:spMkLst>
        </pc:spChg>
        <pc:spChg chg="del">
          <ac:chgData name="Sim Aulakh" userId="d6babfaf87fe36d4" providerId="LiveId" clId="{B442A88C-B6CB-4329-AF62-B197A214B4A4}" dt="2026-03-07T18:33:50.231" v="7" actId="478"/>
          <ac:spMkLst>
            <pc:docMk/>
            <pc:sldMk cId="0" sldId="257"/>
            <ac:spMk id="28" creationId="{00000000-0000-0000-0000-000000000000}"/>
          </ac:spMkLst>
        </pc:spChg>
        <pc:spChg chg="del">
          <ac:chgData name="Sim Aulakh" userId="d6babfaf87fe36d4" providerId="LiveId" clId="{B442A88C-B6CB-4329-AF62-B197A214B4A4}" dt="2026-03-07T18:33:38.107" v="5" actId="478"/>
          <ac:spMkLst>
            <pc:docMk/>
            <pc:sldMk cId="0" sldId="257"/>
            <ac:spMk id="30" creationId="{00000000-0000-0000-0000-000000000000}"/>
          </ac:spMkLst>
        </pc:spChg>
        <pc:spChg chg="mod">
          <ac:chgData name="Sim Aulakh" userId="d6babfaf87fe36d4" providerId="LiveId" clId="{B442A88C-B6CB-4329-AF62-B197A214B4A4}" dt="2026-03-07T19:34:03.957" v="112" actId="12"/>
          <ac:spMkLst>
            <pc:docMk/>
            <pc:sldMk cId="0" sldId="257"/>
            <ac:spMk id="31" creationId="{00000000-0000-0000-0000-000000000000}"/>
          </ac:spMkLst>
        </pc:spChg>
        <pc:spChg chg="mod">
          <ac:chgData name="Sim Aulakh" userId="d6babfaf87fe36d4" providerId="LiveId" clId="{B442A88C-B6CB-4329-AF62-B197A214B4A4}" dt="2026-03-07T19:33:18.922" v="104" actId="20577"/>
          <ac:spMkLst>
            <pc:docMk/>
            <pc:sldMk cId="0" sldId="257"/>
            <ac:spMk id="32" creationId="{00000000-0000-0000-0000-000000000000}"/>
          </ac:spMkLst>
        </pc:spChg>
        <pc:spChg chg="del">
          <ac:chgData name="Sim Aulakh" userId="d6babfaf87fe36d4" providerId="LiveId" clId="{B442A88C-B6CB-4329-AF62-B197A214B4A4}" dt="2026-03-07T19:18:15.708" v="82" actId="478"/>
          <ac:spMkLst>
            <pc:docMk/>
            <pc:sldMk cId="0" sldId="257"/>
            <ac:spMk id="33" creationId="{00000000-0000-0000-0000-000000000000}"/>
          </ac:spMkLst>
        </pc:spChg>
        <pc:spChg chg="del">
          <ac:chgData name="Sim Aulakh" userId="d6babfaf87fe36d4" providerId="LiveId" clId="{B442A88C-B6CB-4329-AF62-B197A214B4A4}" dt="2026-03-07T19:18:15.708" v="82" actId="478"/>
          <ac:spMkLst>
            <pc:docMk/>
            <pc:sldMk cId="0" sldId="257"/>
            <ac:spMk id="34" creationId="{00000000-0000-0000-0000-000000000000}"/>
          </ac:spMkLst>
        </pc:spChg>
        <pc:spChg chg="del">
          <ac:chgData name="Sim Aulakh" userId="d6babfaf87fe36d4" providerId="LiveId" clId="{B442A88C-B6CB-4329-AF62-B197A214B4A4}" dt="2026-03-07T19:18:15.708" v="82" actId="478"/>
          <ac:spMkLst>
            <pc:docMk/>
            <pc:sldMk cId="0" sldId="257"/>
            <ac:spMk id="35" creationId="{00000000-0000-0000-0000-000000000000}"/>
          </ac:spMkLst>
        </pc:spChg>
        <pc:spChg chg="del">
          <ac:chgData name="Sim Aulakh" userId="d6babfaf87fe36d4" providerId="LiveId" clId="{B442A88C-B6CB-4329-AF62-B197A214B4A4}" dt="2026-03-07T19:18:15.708" v="82" actId="478"/>
          <ac:spMkLst>
            <pc:docMk/>
            <pc:sldMk cId="0" sldId="257"/>
            <ac:spMk id="36" creationId="{00000000-0000-0000-0000-000000000000}"/>
          </ac:spMkLst>
        </pc:spChg>
        <pc:spChg chg="del">
          <ac:chgData name="Sim Aulakh" userId="d6babfaf87fe36d4" providerId="LiveId" clId="{B442A88C-B6CB-4329-AF62-B197A214B4A4}" dt="2026-03-07T19:18:15.708" v="82" actId="478"/>
          <ac:spMkLst>
            <pc:docMk/>
            <pc:sldMk cId="0" sldId="257"/>
            <ac:spMk id="37" creationId="{00000000-0000-0000-0000-000000000000}"/>
          </ac:spMkLst>
        </pc:spChg>
        <pc:spChg chg="del">
          <ac:chgData name="Sim Aulakh" userId="d6babfaf87fe36d4" providerId="LiveId" clId="{B442A88C-B6CB-4329-AF62-B197A214B4A4}" dt="2026-03-07T19:18:15.708" v="82" actId="478"/>
          <ac:spMkLst>
            <pc:docMk/>
            <pc:sldMk cId="0" sldId="257"/>
            <ac:spMk id="38" creationId="{00000000-0000-0000-0000-000000000000}"/>
          </ac:spMkLst>
        </pc:spChg>
        <pc:spChg chg="del">
          <ac:chgData name="Sim Aulakh" userId="d6babfaf87fe36d4" providerId="LiveId" clId="{B442A88C-B6CB-4329-AF62-B197A214B4A4}" dt="2026-03-07T19:18:48.641" v="89" actId="478"/>
          <ac:spMkLst>
            <pc:docMk/>
            <pc:sldMk cId="0" sldId="257"/>
            <ac:spMk id="39" creationId="{00000000-0000-0000-0000-000000000000}"/>
          </ac:spMkLst>
        </pc:spChg>
        <pc:spChg chg="del">
          <ac:chgData name="Sim Aulakh" userId="d6babfaf87fe36d4" providerId="LiveId" clId="{B442A88C-B6CB-4329-AF62-B197A214B4A4}" dt="2026-03-07T19:18:45.308" v="88" actId="478"/>
          <ac:spMkLst>
            <pc:docMk/>
            <pc:sldMk cId="0" sldId="257"/>
            <ac:spMk id="40" creationId="{00000000-0000-0000-0000-000000000000}"/>
          </ac:spMkLst>
        </pc:spChg>
        <pc:spChg chg="del">
          <ac:chgData name="Sim Aulakh" userId="d6babfaf87fe36d4" providerId="LiveId" clId="{B442A88C-B6CB-4329-AF62-B197A214B4A4}" dt="2026-03-07T19:18:15.708" v="82" actId="478"/>
          <ac:spMkLst>
            <pc:docMk/>
            <pc:sldMk cId="0" sldId="257"/>
            <ac:spMk id="41" creationId="{00000000-0000-0000-0000-000000000000}"/>
          </ac:spMkLst>
        </pc:spChg>
        <pc:spChg chg="mod">
          <ac:chgData name="Sim Aulakh" userId="d6babfaf87fe36d4" providerId="LiveId" clId="{B442A88C-B6CB-4329-AF62-B197A214B4A4}" dt="2026-03-07T19:18:40.843" v="87" actId="6549"/>
          <ac:spMkLst>
            <pc:docMk/>
            <pc:sldMk cId="0" sldId="257"/>
            <ac:spMk id="42" creationId="{00000000-0000-0000-0000-000000000000}"/>
          </ac:spMkLst>
        </pc:spChg>
        <pc:spChg chg="del">
          <ac:chgData name="Sim Aulakh" userId="d6babfaf87fe36d4" providerId="LiveId" clId="{B442A88C-B6CB-4329-AF62-B197A214B4A4}" dt="2026-03-07T19:18:15.708" v="82" actId="478"/>
          <ac:spMkLst>
            <pc:docMk/>
            <pc:sldMk cId="0" sldId="257"/>
            <ac:spMk id="43" creationId="{00000000-0000-0000-0000-000000000000}"/>
          </ac:spMkLst>
        </pc:spChg>
        <pc:spChg chg="del">
          <ac:chgData name="Sim Aulakh" userId="d6babfaf87fe36d4" providerId="LiveId" clId="{B442A88C-B6CB-4329-AF62-B197A214B4A4}" dt="2026-03-07T19:18:45.308" v="88" actId="478"/>
          <ac:spMkLst>
            <pc:docMk/>
            <pc:sldMk cId="0" sldId="257"/>
            <ac:spMk id="44" creationId="{00000000-0000-0000-0000-000000000000}"/>
          </ac:spMkLst>
        </pc:spChg>
        <pc:spChg chg="del">
          <ac:chgData name="Sim Aulakh" userId="d6babfaf87fe36d4" providerId="LiveId" clId="{B442A88C-B6CB-4329-AF62-B197A214B4A4}" dt="2026-03-07T19:18:15.708" v="82" actId="478"/>
          <ac:spMkLst>
            <pc:docMk/>
            <pc:sldMk cId="0" sldId="257"/>
            <ac:spMk id="45" creationId="{00000000-0000-0000-0000-000000000000}"/>
          </ac:spMkLst>
        </pc:spChg>
        <pc:spChg chg="del">
          <ac:chgData name="Sim Aulakh" userId="d6babfaf87fe36d4" providerId="LiveId" clId="{B442A88C-B6CB-4329-AF62-B197A214B4A4}" dt="2026-03-07T19:18:45.308" v="88" actId="478"/>
          <ac:spMkLst>
            <pc:docMk/>
            <pc:sldMk cId="0" sldId="257"/>
            <ac:spMk id="46" creationId="{00000000-0000-0000-0000-000000000000}"/>
          </ac:spMkLst>
        </pc:spChg>
        <pc:spChg chg="del">
          <ac:chgData name="Sim Aulakh" userId="d6babfaf87fe36d4" providerId="LiveId" clId="{B442A88C-B6CB-4329-AF62-B197A214B4A4}" dt="2026-03-07T19:18:48.641" v="89" actId="478"/>
          <ac:spMkLst>
            <pc:docMk/>
            <pc:sldMk cId="0" sldId="257"/>
            <ac:spMk id="47" creationId="{00000000-0000-0000-0000-000000000000}"/>
          </ac:spMkLst>
        </pc:spChg>
        <pc:spChg chg="del">
          <ac:chgData name="Sim Aulakh" userId="d6babfaf87fe36d4" providerId="LiveId" clId="{B442A88C-B6CB-4329-AF62-B197A214B4A4}" dt="2026-03-07T19:18:45.308" v="88" actId="478"/>
          <ac:spMkLst>
            <pc:docMk/>
            <pc:sldMk cId="0" sldId="257"/>
            <ac:spMk id="48" creationId="{00000000-0000-0000-0000-000000000000}"/>
          </ac:spMkLst>
        </pc:spChg>
        <pc:spChg chg="del">
          <ac:chgData name="Sim Aulakh" userId="d6babfaf87fe36d4" providerId="LiveId" clId="{B442A88C-B6CB-4329-AF62-B197A214B4A4}" dt="2026-03-07T19:33:48.143" v="110" actId="478"/>
          <ac:spMkLst>
            <pc:docMk/>
            <pc:sldMk cId="0" sldId="257"/>
            <ac:spMk id="49" creationId="{00000000-0000-0000-0000-000000000000}"/>
          </ac:spMkLst>
        </pc:spChg>
        <pc:spChg chg="mod">
          <ac:chgData name="Sim Aulakh" userId="d6babfaf87fe36d4" providerId="LiveId" clId="{B442A88C-B6CB-4329-AF62-B197A214B4A4}" dt="2026-03-07T19:33:50.236" v="111" actId="6549"/>
          <ac:spMkLst>
            <pc:docMk/>
            <pc:sldMk cId="0" sldId="257"/>
            <ac:spMk id="50" creationId="{00000000-0000-0000-0000-000000000000}"/>
          </ac:spMkLst>
        </pc:spChg>
      </pc:sldChg>
      <pc:sldChg chg="delSp modSp del mod">
        <pc:chgData name="Sim Aulakh" userId="d6babfaf87fe36d4" providerId="LiveId" clId="{B442A88C-B6CB-4329-AF62-B197A214B4A4}" dt="2026-03-07T19:17:09.429" v="79" actId="47"/>
        <pc:sldMkLst>
          <pc:docMk/>
          <pc:sldMk cId="0" sldId="258"/>
        </pc:sldMkLst>
        <pc:spChg chg="del">
          <ac:chgData name="Sim Aulakh" userId="d6babfaf87fe36d4" providerId="LiveId" clId="{B442A88C-B6CB-4329-AF62-B197A214B4A4}" dt="2026-03-07T18:36:27.506" v="12" actId="478"/>
          <ac:spMkLst>
            <pc:docMk/>
            <pc:sldMk cId="0" sldId="258"/>
            <ac:spMk id="6" creationId="{00000000-0000-0000-0000-000000000000}"/>
          </ac:spMkLst>
        </pc:spChg>
        <pc:spChg chg="del">
          <ac:chgData name="Sim Aulakh" userId="d6babfaf87fe36d4" providerId="LiveId" clId="{B442A88C-B6CB-4329-AF62-B197A214B4A4}" dt="2026-03-07T18:36:27.506" v="12" actId="478"/>
          <ac:spMkLst>
            <pc:docMk/>
            <pc:sldMk cId="0" sldId="258"/>
            <ac:spMk id="7" creationId="{00000000-0000-0000-0000-000000000000}"/>
          </ac:spMkLst>
        </pc:spChg>
        <pc:spChg chg="del">
          <ac:chgData name="Sim Aulakh" userId="d6babfaf87fe36d4" providerId="LiveId" clId="{B442A88C-B6CB-4329-AF62-B197A214B4A4}" dt="2026-03-07T18:36:29.618" v="13" actId="478"/>
          <ac:spMkLst>
            <pc:docMk/>
            <pc:sldMk cId="0" sldId="258"/>
            <ac:spMk id="8" creationId="{00000000-0000-0000-0000-000000000000}"/>
          </ac:spMkLst>
        </pc:spChg>
        <pc:spChg chg="del">
          <ac:chgData name="Sim Aulakh" userId="d6babfaf87fe36d4" providerId="LiveId" clId="{B442A88C-B6CB-4329-AF62-B197A214B4A4}" dt="2026-03-07T18:36:27.506" v="12" actId="478"/>
          <ac:spMkLst>
            <pc:docMk/>
            <pc:sldMk cId="0" sldId="258"/>
            <ac:spMk id="9" creationId="{00000000-0000-0000-0000-000000000000}"/>
          </ac:spMkLst>
        </pc:spChg>
        <pc:spChg chg="mod">
          <ac:chgData name="Sim Aulakh" userId="d6babfaf87fe36d4" providerId="LiveId" clId="{B442A88C-B6CB-4329-AF62-B197A214B4A4}" dt="2026-03-07T18:36:32.591" v="14" actId="6549"/>
          <ac:spMkLst>
            <pc:docMk/>
            <pc:sldMk cId="0" sldId="258"/>
            <ac:spMk id="10" creationId="{00000000-0000-0000-0000-000000000000}"/>
          </ac:spMkLst>
        </pc:spChg>
        <pc:spChg chg="del">
          <ac:chgData name="Sim Aulakh" userId="d6babfaf87fe36d4" providerId="LiveId" clId="{B442A88C-B6CB-4329-AF62-B197A214B4A4}" dt="2026-03-07T18:38:03.345" v="15" actId="478"/>
          <ac:spMkLst>
            <pc:docMk/>
            <pc:sldMk cId="0" sldId="258"/>
            <ac:spMk id="15" creationId="{00000000-0000-0000-0000-000000000000}"/>
          </ac:spMkLst>
        </pc:spChg>
        <pc:spChg chg="del">
          <ac:chgData name="Sim Aulakh" userId="d6babfaf87fe36d4" providerId="LiveId" clId="{B442A88C-B6CB-4329-AF62-B197A214B4A4}" dt="2026-03-07T18:38:03.345" v="15" actId="478"/>
          <ac:spMkLst>
            <pc:docMk/>
            <pc:sldMk cId="0" sldId="258"/>
            <ac:spMk id="16" creationId="{00000000-0000-0000-0000-000000000000}"/>
          </ac:spMkLst>
        </pc:spChg>
        <pc:spChg chg="del">
          <ac:chgData name="Sim Aulakh" userId="d6babfaf87fe36d4" providerId="LiveId" clId="{B442A88C-B6CB-4329-AF62-B197A214B4A4}" dt="2026-03-07T18:38:05.326" v="16" actId="478"/>
          <ac:spMkLst>
            <pc:docMk/>
            <pc:sldMk cId="0" sldId="258"/>
            <ac:spMk id="17" creationId="{00000000-0000-0000-0000-000000000000}"/>
          </ac:spMkLst>
        </pc:spChg>
        <pc:spChg chg="del">
          <ac:chgData name="Sim Aulakh" userId="d6babfaf87fe36d4" providerId="LiveId" clId="{B442A88C-B6CB-4329-AF62-B197A214B4A4}" dt="2026-03-07T18:38:03.345" v="15" actId="478"/>
          <ac:spMkLst>
            <pc:docMk/>
            <pc:sldMk cId="0" sldId="258"/>
            <ac:spMk id="18" creationId="{00000000-0000-0000-0000-000000000000}"/>
          </ac:spMkLst>
        </pc:spChg>
        <pc:spChg chg="del">
          <ac:chgData name="Sim Aulakh" userId="d6babfaf87fe36d4" providerId="LiveId" clId="{B442A88C-B6CB-4329-AF62-B197A214B4A4}" dt="2026-03-07T18:38:03.345" v="15" actId="478"/>
          <ac:spMkLst>
            <pc:docMk/>
            <pc:sldMk cId="0" sldId="258"/>
            <ac:spMk id="19" creationId="{00000000-0000-0000-0000-000000000000}"/>
          </ac:spMkLst>
        </pc:spChg>
      </pc:sldChg>
      <pc:sldChg chg="addSp delSp modSp add del mod">
        <pc:chgData name="Sim Aulakh" userId="d6babfaf87fe36d4" providerId="LiveId" clId="{B442A88C-B6CB-4329-AF62-B197A214B4A4}" dt="2026-03-07T19:37:55.254" v="173" actId="47"/>
        <pc:sldMkLst>
          <pc:docMk/>
          <pc:sldMk cId="0" sldId="259"/>
        </pc:sldMkLst>
        <pc:spChg chg="mod">
          <ac:chgData name="Sim Aulakh" userId="d6babfaf87fe36d4" providerId="LiveId" clId="{B442A88C-B6CB-4329-AF62-B197A214B4A4}" dt="2026-03-07T18:38:39.566" v="38" actId="20577"/>
          <ac:spMkLst>
            <pc:docMk/>
            <pc:sldMk cId="0" sldId="259"/>
            <ac:spMk id="4" creationId="{00000000-0000-0000-0000-000000000000}"/>
          </ac:spMkLst>
        </pc:spChg>
        <pc:spChg chg="del">
          <ac:chgData name="Sim Aulakh" userId="d6babfaf87fe36d4" providerId="LiveId" clId="{B442A88C-B6CB-4329-AF62-B197A214B4A4}" dt="2026-03-07T18:39:36.377" v="39" actId="478"/>
          <ac:spMkLst>
            <pc:docMk/>
            <pc:sldMk cId="0" sldId="259"/>
            <ac:spMk id="9" creationId="{00000000-0000-0000-0000-000000000000}"/>
          </ac:spMkLst>
        </pc:spChg>
        <pc:spChg chg="del">
          <ac:chgData name="Sim Aulakh" userId="d6babfaf87fe36d4" providerId="LiveId" clId="{B442A88C-B6CB-4329-AF62-B197A214B4A4}" dt="2026-03-07T18:39:36.377" v="39" actId="478"/>
          <ac:spMkLst>
            <pc:docMk/>
            <pc:sldMk cId="0" sldId="259"/>
            <ac:spMk id="12" creationId="{00000000-0000-0000-0000-000000000000}"/>
          </ac:spMkLst>
        </pc:spChg>
        <pc:spChg chg="del">
          <ac:chgData name="Sim Aulakh" userId="d6babfaf87fe36d4" providerId="LiveId" clId="{B442A88C-B6CB-4329-AF62-B197A214B4A4}" dt="2026-03-07T18:39:50.788" v="40" actId="478"/>
          <ac:spMkLst>
            <pc:docMk/>
            <pc:sldMk cId="0" sldId="259"/>
            <ac:spMk id="14" creationId="{00000000-0000-0000-0000-000000000000}"/>
          </ac:spMkLst>
        </pc:spChg>
        <pc:spChg chg="del">
          <ac:chgData name="Sim Aulakh" userId="d6babfaf87fe36d4" providerId="LiveId" clId="{B442A88C-B6CB-4329-AF62-B197A214B4A4}" dt="2026-03-07T18:39:36.377" v="39" actId="478"/>
          <ac:spMkLst>
            <pc:docMk/>
            <pc:sldMk cId="0" sldId="259"/>
            <ac:spMk id="20" creationId="{00000000-0000-0000-0000-000000000000}"/>
          </ac:spMkLst>
        </pc:spChg>
        <pc:spChg chg="del">
          <ac:chgData name="Sim Aulakh" userId="d6babfaf87fe36d4" providerId="LiveId" clId="{B442A88C-B6CB-4329-AF62-B197A214B4A4}" dt="2026-03-07T18:39:36.377" v="39" actId="478"/>
          <ac:spMkLst>
            <pc:docMk/>
            <pc:sldMk cId="0" sldId="259"/>
            <ac:spMk id="22" creationId="{00000000-0000-0000-0000-000000000000}"/>
          </ac:spMkLst>
        </pc:spChg>
        <pc:spChg chg="del">
          <ac:chgData name="Sim Aulakh" userId="d6babfaf87fe36d4" providerId="LiveId" clId="{B442A88C-B6CB-4329-AF62-B197A214B4A4}" dt="2026-03-07T18:39:50.788" v="40" actId="478"/>
          <ac:spMkLst>
            <pc:docMk/>
            <pc:sldMk cId="0" sldId="259"/>
            <ac:spMk id="25" creationId="{00000000-0000-0000-0000-000000000000}"/>
          </ac:spMkLst>
        </pc:spChg>
        <pc:spChg chg="del">
          <ac:chgData name="Sim Aulakh" userId="d6babfaf87fe36d4" providerId="LiveId" clId="{B442A88C-B6CB-4329-AF62-B197A214B4A4}" dt="2026-03-07T18:39:36.377" v="39" actId="478"/>
          <ac:spMkLst>
            <pc:docMk/>
            <pc:sldMk cId="0" sldId="259"/>
            <ac:spMk id="27" creationId="{00000000-0000-0000-0000-000000000000}"/>
          </ac:spMkLst>
        </pc:spChg>
        <pc:spChg chg="del">
          <ac:chgData name="Sim Aulakh" userId="d6babfaf87fe36d4" providerId="LiveId" clId="{B442A88C-B6CB-4329-AF62-B197A214B4A4}" dt="2026-03-07T18:39:36.377" v="39" actId="478"/>
          <ac:spMkLst>
            <pc:docMk/>
            <pc:sldMk cId="0" sldId="259"/>
            <ac:spMk id="28" creationId="{00000000-0000-0000-0000-000000000000}"/>
          </ac:spMkLst>
        </pc:spChg>
        <pc:spChg chg="del">
          <ac:chgData name="Sim Aulakh" userId="d6babfaf87fe36d4" providerId="LiveId" clId="{B442A88C-B6CB-4329-AF62-B197A214B4A4}" dt="2026-03-07T18:39:36.377" v="39" actId="478"/>
          <ac:spMkLst>
            <pc:docMk/>
            <pc:sldMk cId="0" sldId="259"/>
            <ac:spMk id="34" creationId="{00000000-0000-0000-0000-000000000000}"/>
          </ac:spMkLst>
        </pc:spChg>
        <pc:spChg chg="del">
          <ac:chgData name="Sim Aulakh" userId="d6babfaf87fe36d4" providerId="LiveId" clId="{B442A88C-B6CB-4329-AF62-B197A214B4A4}" dt="2026-03-07T18:39:36.377" v="39" actId="478"/>
          <ac:spMkLst>
            <pc:docMk/>
            <pc:sldMk cId="0" sldId="259"/>
            <ac:spMk id="35" creationId="{00000000-0000-0000-0000-000000000000}"/>
          </ac:spMkLst>
        </pc:spChg>
        <pc:spChg chg="del">
          <ac:chgData name="Sim Aulakh" userId="d6babfaf87fe36d4" providerId="LiveId" clId="{B442A88C-B6CB-4329-AF62-B197A214B4A4}" dt="2026-03-07T18:39:50.788" v="40" actId="478"/>
          <ac:spMkLst>
            <pc:docMk/>
            <pc:sldMk cId="0" sldId="259"/>
            <ac:spMk id="36" creationId="{00000000-0000-0000-0000-000000000000}"/>
          </ac:spMkLst>
        </pc:spChg>
        <pc:spChg chg="del">
          <ac:chgData name="Sim Aulakh" userId="d6babfaf87fe36d4" providerId="LiveId" clId="{B442A88C-B6CB-4329-AF62-B197A214B4A4}" dt="2026-03-07T18:39:50.788" v="40" actId="478"/>
          <ac:spMkLst>
            <pc:docMk/>
            <pc:sldMk cId="0" sldId="259"/>
            <ac:spMk id="39" creationId="{00000000-0000-0000-0000-000000000000}"/>
          </ac:spMkLst>
        </pc:spChg>
        <pc:spChg chg="del">
          <ac:chgData name="Sim Aulakh" userId="d6babfaf87fe36d4" providerId="LiveId" clId="{B442A88C-B6CB-4329-AF62-B197A214B4A4}" dt="2026-03-07T18:39:36.377" v="39" actId="478"/>
          <ac:spMkLst>
            <pc:docMk/>
            <pc:sldMk cId="0" sldId="259"/>
            <ac:spMk id="40" creationId="{00000000-0000-0000-0000-000000000000}"/>
          </ac:spMkLst>
        </pc:spChg>
        <pc:spChg chg="del">
          <ac:chgData name="Sim Aulakh" userId="d6babfaf87fe36d4" providerId="LiveId" clId="{B442A88C-B6CB-4329-AF62-B197A214B4A4}" dt="2026-03-07T18:39:50.788" v="40" actId="478"/>
          <ac:spMkLst>
            <pc:docMk/>
            <pc:sldMk cId="0" sldId="259"/>
            <ac:spMk id="41" creationId="{00000000-0000-0000-0000-000000000000}"/>
          </ac:spMkLst>
        </pc:spChg>
        <pc:spChg chg="del">
          <ac:chgData name="Sim Aulakh" userId="d6babfaf87fe36d4" providerId="LiveId" clId="{B442A88C-B6CB-4329-AF62-B197A214B4A4}" dt="2026-03-07T18:39:50.788" v="40" actId="478"/>
          <ac:spMkLst>
            <pc:docMk/>
            <pc:sldMk cId="0" sldId="259"/>
            <ac:spMk id="43" creationId="{00000000-0000-0000-0000-000000000000}"/>
          </ac:spMkLst>
        </pc:spChg>
        <pc:spChg chg="del">
          <ac:chgData name="Sim Aulakh" userId="d6babfaf87fe36d4" providerId="LiveId" clId="{B442A88C-B6CB-4329-AF62-B197A214B4A4}" dt="2026-03-07T18:39:50.788" v="40" actId="478"/>
          <ac:spMkLst>
            <pc:docMk/>
            <pc:sldMk cId="0" sldId="259"/>
            <ac:spMk id="44" creationId="{00000000-0000-0000-0000-000000000000}"/>
          </ac:spMkLst>
        </pc:spChg>
        <pc:spChg chg="del">
          <ac:chgData name="Sim Aulakh" userId="d6babfaf87fe36d4" providerId="LiveId" clId="{B442A88C-B6CB-4329-AF62-B197A214B4A4}" dt="2026-03-07T18:39:50.788" v="40" actId="478"/>
          <ac:spMkLst>
            <pc:docMk/>
            <pc:sldMk cId="0" sldId="259"/>
            <ac:spMk id="46" creationId="{00000000-0000-0000-0000-000000000000}"/>
          </ac:spMkLst>
        </pc:spChg>
        <pc:spChg chg="del">
          <ac:chgData name="Sim Aulakh" userId="d6babfaf87fe36d4" providerId="LiveId" clId="{B442A88C-B6CB-4329-AF62-B197A214B4A4}" dt="2026-03-07T18:39:50.788" v="40" actId="478"/>
          <ac:spMkLst>
            <pc:docMk/>
            <pc:sldMk cId="0" sldId="259"/>
            <ac:spMk id="47" creationId="{00000000-0000-0000-0000-000000000000}"/>
          </ac:spMkLst>
        </pc:spChg>
        <pc:spChg chg="del">
          <ac:chgData name="Sim Aulakh" userId="d6babfaf87fe36d4" providerId="LiveId" clId="{B442A88C-B6CB-4329-AF62-B197A214B4A4}" dt="2026-03-07T18:39:36.377" v="39" actId="478"/>
          <ac:spMkLst>
            <pc:docMk/>
            <pc:sldMk cId="0" sldId="259"/>
            <ac:spMk id="48" creationId="{00000000-0000-0000-0000-000000000000}"/>
          </ac:spMkLst>
        </pc:spChg>
        <pc:spChg chg="del">
          <ac:chgData name="Sim Aulakh" userId="d6babfaf87fe36d4" providerId="LiveId" clId="{B442A88C-B6CB-4329-AF62-B197A214B4A4}" dt="2026-03-07T18:39:50.788" v="40" actId="478"/>
          <ac:spMkLst>
            <pc:docMk/>
            <pc:sldMk cId="0" sldId="259"/>
            <ac:spMk id="49" creationId="{00000000-0000-0000-0000-000000000000}"/>
          </ac:spMkLst>
        </pc:spChg>
        <pc:spChg chg="add mod">
          <ac:chgData name="Sim Aulakh" userId="d6babfaf87fe36d4" providerId="LiveId" clId="{B442A88C-B6CB-4329-AF62-B197A214B4A4}" dt="2026-03-07T18:43:13.111" v="48" actId="1076"/>
          <ac:spMkLst>
            <pc:docMk/>
            <pc:sldMk cId="0" sldId="259"/>
            <ac:spMk id="52" creationId="{412BC833-CB3E-CB2C-A5A7-71310FD3047F}"/>
          </ac:spMkLst>
        </pc:spChg>
        <pc:spChg chg="add del mod">
          <ac:chgData name="Sim Aulakh" userId="d6babfaf87fe36d4" providerId="LiveId" clId="{B442A88C-B6CB-4329-AF62-B197A214B4A4}" dt="2026-03-07T18:43:08.227" v="47"/>
          <ac:spMkLst>
            <pc:docMk/>
            <pc:sldMk cId="0" sldId="259"/>
            <ac:spMk id="53" creationId="{F8FE8C56-59F5-EBCE-991B-9D723567B770}"/>
          </ac:spMkLst>
        </pc:spChg>
      </pc:sldChg>
      <pc:sldChg chg="delSp modSp del mod">
        <pc:chgData name="Sim Aulakh" userId="d6babfaf87fe36d4" providerId="LiveId" clId="{B442A88C-B6CB-4329-AF62-B197A214B4A4}" dt="2026-03-07T19:37:56.961" v="174" actId="47"/>
        <pc:sldMkLst>
          <pc:docMk/>
          <pc:sldMk cId="0" sldId="260"/>
        </pc:sldMkLst>
        <pc:spChg chg="mod">
          <ac:chgData name="Sim Aulakh" userId="d6babfaf87fe36d4" providerId="LiveId" clId="{B442A88C-B6CB-4329-AF62-B197A214B4A4}" dt="2026-03-07T18:45:24.833" v="52" actId="20577"/>
          <ac:spMkLst>
            <pc:docMk/>
            <pc:sldMk cId="0" sldId="260"/>
            <ac:spMk id="4" creationId="{00000000-0000-0000-0000-000000000000}"/>
          </ac:spMkLst>
        </pc:spChg>
        <pc:spChg chg="mod">
          <ac:chgData name="Sim Aulakh" userId="d6babfaf87fe36d4" providerId="LiveId" clId="{B442A88C-B6CB-4329-AF62-B197A214B4A4}" dt="2026-03-07T18:47:50.613" v="70" actId="14100"/>
          <ac:spMkLst>
            <pc:docMk/>
            <pc:sldMk cId="0" sldId="260"/>
            <ac:spMk id="6" creationId="{00000000-0000-0000-0000-000000000000}"/>
          </ac:spMkLst>
        </pc:spChg>
        <pc:spChg chg="mod">
          <ac:chgData name="Sim Aulakh" userId="d6babfaf87fe36d4" providerId="LiveId" clId="{B442A88C-B6CB-4329-AF62-B197A214B4A4}" dt="2026-03-07T18:48:15.197" v="75" actId="207"/>
          <ac:spMkLst>
            <pc:docMk/>
            <pc:sldMk cId="0" sldId="260"/>
            <ac:spMk id="7" creationId="{00000000-0000-0000-0000-000000000000}"/>
          </ac:spMkLst>
        </pc:spChg>
        <pc:spChg chg="del">
          <ac:chgData name="Sim Aulakh" userId="d6babfaf87fe36d4" providerId="LiveId" clId="{B442A88C-B6CB-4329-AF62-B197A214B4A4}" dt="2026-03-07T18:46:26.323" v="58" actId="478"/>
          <ac:spMkLst>
            <pc:docMk/>
            <pc:sldMk cId="0" sldId="260"/>
            <ac:spMk id="8" creationId="{00000000-0000-0000-0000-000000000000}"/>
          </ac:spMkLst>
        </pc:spChg>
        <pc:spChg chg="del">
          <ac:chgData name="Sim Aulakh" userId="d6babfaf87fe36d4" providerId="LiveId" clId="{B442A88C-B6CB-4329-AF62-B197A214B4A4}" dt="2026-03-07T18:46:29.606" v="59" actId="478"/>
          <ac:spMkLst>
            <pc:docMk/>
            <pc:sldMk cId="0" sldId="260"/>
            <ac:spMk id="9" creationId="{00000000-0000-0000-0000-000000000000}"/>
          </ac:spMkLst>
        </pc:spChg>
        <pc:spChg chg="del">
          <ac:chgData name="Sim Aulakh" userId="d6babfaf87fe36d4" providerId="LiveId" clId="{B442A88C-B6CB-4329-AF62-B197A214B4A4}" dt="2026-03-07T18:46:29.606" v="59" actId="478"/>
          <ac:spMkLst>
            <pc:docMk/>
            <pc:sldMk cId="0" sldId="260"/>
            <ac:spMk id="11" creationId="{00000000-0000-0000-0000-000000000000}"/>
          </ac:spMkLst>
        </pc:spChg>
        <pc:spChg chg="del">
          <ac:chgData name="Sim Aulakh" userId="d6babfaf87fe36d4" providerId="LiveId" clId="{B442A88C-B6CB-4329-AF62-B197A214B4A4}" dt="2026-03-07T18:46:15.414" v="54" actId="478"/>
          <ac:spMkLst>
            <pc:docMk/>
            <pc:sldMk cId="0" sldId="260"/>
            <ac:spMk id="13" creationId="{00000000-0000-0000-0000-000000000000}"/>
          </ac:spMkLst>
        </pc:spChg>
        <pc:spChg chg="del">
          <ac:chgData name="Sim Aulakh" userId="d6babfaf87fe36d4" providerId="LiveId" clId="{B442A88C-B6CB-4329-AF62-B197A214B4A4}" dt="2026-03-07T18:46:29.606" v="59" actId="478"/>
          <ac:spMkLst>
            <pc:docMk/>
            <pc:sldMk cId="0" sldId="260"/>
            <ac:spMk id="14" creationId="{00000000-0000-0000-0000-000000000000}"/>
          </ac:spMkLst>
        </pc:spChg>
        <pc:spChg chg="del">
          <ac:chgData name="Sim Aulakh" userId="d6babfaf87fe36d4" providerId="LiveId" clId="{B442A88C-B6CB-4329-AF62-B197A214B4A4}" dt="2026-03-07T18:46:31.922" v="60" actId="478"/>
          <ac:spMkLst>
            <pc:docMk/>
            <pc:sldMk cId="0" sldId="260"/>
            <ac:spMk id="15" creationId="{00000000-0000-0000-0000-000000000000}"/>
          </ac:spMkLst>
        </pc:spChg>
        <pc:spChg chg="del">
          <ac:chgData name="Sim Aulakh" userId="d6babfaf87fe36d4" providerId="LiveId" clId="{B442A88C-B6CB-4329-AF62-B197A214B4A4}" dt="2026-03-07T18:46:15.414" v="54" actId="478"/>
          <ac:spMkLst>
            <pc:docMk/>
            <pc:sldMk cId="0" sldId="260"/>
            <ac:spMk id="16" creationId="{00000000-0000-0000-0000-000000000000}"/>
          </ac:spMkLst>
        </pc:spChg>
        <pc:spChg chg="del">
          <ac:chgData name="Sim Aulakh" userId="d6babfaf87fe36d4" providerId="LiveId" clId="{B442A88C-B6CB-4329-AF62-B197A214B4A4}" dt="2026-03-07T18:46:15.414" v="54" actId="478"/>
          <ac:spMkLst>
            <pc:docMk/>
            <pc:sldMk cId="0" sldId="260"/>
            <ac:spMk id="21" creationId="{00000000-0000-0000-0000-000000000000}"/>
          </ac:spMkLst>
        </pc:spChg>
        <pc:spChg chg="del">
          <ac:chgData name="Sim Aulakh" userId="d6babfaf87fe36d4" providerId="LiveId" clId="{B442A88C-B6CB-4329-AF62-B197A214B4A4}" dt="2026-03-07T18:46:15.414" v="54" actId="478"/>
          <ac:spMkLst>
            <pc:docMk/>
            <pc:sldMk cId="0" sldId="260"/>
            <ac:spMk id="22" creationId="{00000000-0000-0000-0000-000000000000}"/>
          </ac:spMkLst>
        </pc:spChg>
        <pc:spChg chg="del">
          <ac:chgData name="Sim Aulakh" userId="d6babfaf87fe36d4" providerId="LiveId" clId="{B442A88C-B6CB-4329-AF62-B197A214B4A4}" dt="2026-03-07T18:46:15.414" v="54" actId="478"/>
          <ac:spMkLst>
            <pc:docMk/>
            <pc:sldMk cId="0" sldId="260"/>
            <ac:spMk id="25" creationId="{00000000-0000-0000-0000-000000000000}"/>
          </ac:spMkLst>
        </pc:spChg>
        <pc:spChg chg="del">
          <ac:chgData name="Sim Aulakh" userId="d6babfaf87fe36d4" providerId="LiveId" clId="{B442A88C-B6CB-4329-AF62-B197A214B4A4}" dt="2026-03-07T18:46:15.414" v="54" actId="478"/>
          <ac:spMkLst>
            <pc:docMk/>
            <pc:sldMk cId="0" sldId="260"/>
            <ac:spMk id="33" creationId="{00000000-0000-0000-0000-000000000000}"/>
          </ac:spMkLst>
        </pc:spChg>
        <pc:spChg chg="del">
          <ac:chgData name="Sim Aulakh" userId="d6babfaf87fe36d4" providerId="LiveId" clId="{B442A88C-B6CB-4329-AF62-B197A214B4A4}" dt="2026-03-07T18:46:15.414" v="54" actId="478"/>
          <ac:spMkLst>
            <pc:docMk/>
            <pc:sldMk cId="0" sldId="260"/>
            <ac:spMk id="36" creationId="{00000000-0000-0000-0000-000000000000}"/>
          </ac:spMkLst>
        </pc:spChg>
        <pc:spChg chg="del">
          <ac:chgData name="Sim Aulakh" userId="d6babfaf87fe36d4" providerId="LiveId" clId="{B442A88C-B6CB-4329-AF62-B197A214B4A4}" dt="2026-03-07T18:46:15.414" v="54" actId="478"/>
          <ac:spMkLst>
            <pc:docMk/>
            <pc:sldMk cId="0" sldId="260"/>
            <ac:spMk id="38" creationId="{00000000-0000-0000-0000-000000000000}"/>
          </ac:spMkLst>
        </pc:spChg>
        <pc:spChg chg="del">
          <ac:chgData name="Sim Aulakh" userId="d6babfaf87fe36d4" providerId="LiveId" clId="{B442A88C-B6CB-4329-AF62-B197A214B4A4}" dt="2026-03-07T18:46:15.414" v="54" actId="478"/>
          <ac:spMkLst>
            <pc:docMk/>
            <pc:sldMk cId="0" sldId="260"/>
            <ac:spMk id="39" creationId="{00000000-0000-0000-0000-000000000000}"/>
          </ac:spMkLst>
        </pc:spChg>
        <pc:spChg chg="del">
          <ac:chgData name="Sim Aulakh" userId="d6babfaf87fe36d4" providerId="LiveId" clId="{B442A88C-B6CB-4329-AF62-B197A214B4A4}" dt="2026-03-07T18:46:18.287" v="55" actId="478"/>
          <ac:spMkLst>
            <pc:docMk/>
            <pc:sldMk cId="0" sldId="260"/>
            <ac:spMk id="40" creationId="{00000000-0000-0000-0000-000000000000}"/>
          </ac:spMkLst>
        </pc:spChg>
        <pc:spChg chg="del">
          <ac:chgData name="Sim Aulakh" userId="d6babfaf87fe36d4" providerId="LiveId" clId="{B442A88C-B6CB-4329-AF62-B197A214B4A4}" dt="2026-03-07T18:46:22.814" v="56" actId="478"/>
          <ac:spMkLst>
            <pc:docMk/>
            <pc:sldMk cId="0" sldId="260"/>
            <ac:spMk id="41" creationId="{00000000-0000-0000-0000-000000000000}"/>
          </ac:spMkLst>
        </pc:spChg>
        <pc:spChg chg="del">
          <ac:chgData name="Sim Aulakh" userId="d6babfaf87fe36d4" providerId="LiveId" clId="{B442A88C-B6CB-4329-AF62-B197A214B4A4}" dt="2026-03-07T18:46:15.414" v="54" actId="478"/>
          <ac:spMkLst>
            <pc:docMk/>
            <pc:sldMk cId="0" sldId="260"/>
            <ac:spMk id="43" creationId="{00000000-0000-0000-0000-000000000000}"/>
          </ac:spMkLst>
        </pc:spChg>
        <pc:spChg chg="del">
          <ac:chgData name="Sim Aulakh" userId="d6babfaf87fe36d4" providerId="LiveId" clId="{B442A88C-B6CB-4329-AF62-B197A214B4A4}" dt="2026-03-07T18:46:24.339" v="57" actId="478"/>
          <ac:spMkLst>
            <pc:docMk/>
            <pc:sldMk cId="0" sldId="260"/>
            <ac:spMk id="44" creationId="{00000000-0000-0000-0000-000000000000}"/>
          </ac:spMkLst>
        </pc:spChg>
        <pc:spChg chg="del">
          <ac:chgData name="Sim Aulakh" userId="d6babfaf87fe36d4" providerId="LiveId" clId="{B442A88C-B6CB-4329-AF62-B197A214B4A4}" dt="2026-03-07T18:46:22.814" v="56" actId="478"/>
          <ac:spMkLst>
            <pc:docMk/>
            <pc:sldMk cId="0" sldId="260"/>
            <ac:spMk id="45" creationId="{00000000-0000-0000-0000-000000000000}"/>
          </ac:spMkLst>
        </pc:spChg>
        <pc:spChg chg="del">
          <ac:chgData name="Sim Aulakh" userId="d6babfaf87fe36d4" providerId="LiveId" clId="{B442A88C-B6CB-4329-AF62-B197A214B4A4}" dt="2026-03-07T18:46:22.814" v="56" actId="478"/>
          <ac:spMkLst>
            <pc:docMk/>
            <pc:sldMk cId="0" sldId="260"/>
            <ac:spMk id="46" creationId="{00000000-0000-0000-0000-000000000000}"/>
          </ac:spMkLst>
        </pc:spChg>
        <pc:spChg chg="del">
          <ac:chgData name="Sim Aulakh" userId="d6babfaf87fe36d4" providerId="LiveId" clId="{B442A88C-B6CB-4329-AF62-B197A214B4A4}" dt="2026-03-07T18:46:22.814" v="56" actId="478"/>
          <ac:spMkLst>
            <pc:docMk/>
            <pc:sldMk cId="0" sldId="260"/>
            <ac:spMk id="47" creationId="{00000000-0000-0000-0000-000000000000}"/>
          </ac:spMkLst>
        </pc:spChg>
      </pc:sldChg>
      <pc:sldChg chg="del">
        <pc:chgData name="Sim Aulakh" userId="d6babfaf87fe36d4" providerId="LiveId" clId="{B442A88C-B6CB-4329-AF62-B197A214B4A4}" dt="2026-03-07T19:37:58.158" v="175" actId="47"/>
        <pc:sldMkLst>
          <pc:docMk/>
          <pc:sldMk cId="0" sldId="261"/>
        </pc:sldMkLst>
      </pc:sldChg>
      <pc:sldChg chg="del">
        <pc:chgData name="Sim Aulakh" userId="d6babfaf87fe36d4" providerId="LiveId" clId="{B442A88C-B6CB-4329-AF62-B197A214B4A4}" dt="2026-03-07T18:50:06.811" v="76" actId="47"/>
        <pc:sldMkLst>
          <pc:docMk/>
          <pc:sldMk cId="0" sldId="262"/>
        </pc:sldMkLst>
      </pc:sldChg>
      <pc:sldChg chg="modSp del mod">
        <pc:chgData name="Sim Aulakh" userId="d6babfaf87fe36d4" providerId="LiveId" clId="{B442A88C-B6CB-4329-AF62-B197A214B4A4}" dt="2026-03-07T19:37:58.806" v="176" actId="47"/>
        <pc:sldMkLst>
          <pc:docMk/>
          <pc:sldMk cId="0" sldId="263"/>
        </pc:sldMkLst>
        <pc:spChg chg="mod">
          <ac:chgData name="Sim Aulakh" userId="d6babfaf87fe36d4" providerId="LiveId" clId="{B442A88C-B6CB-4329-AF62-B197A214B4A4}" dt="2026-03-07T18:50:17.333" v="78" actId="20577"/>
          <ac:spMkLst>
            <pc:docMk/>
            <pc:sldMk cId="0" sldId="263"/>
            <ac:spMk id="3" creationId="{00000000-0000-0000-0000-000000000000}"/>
          </ac:spMkLst>
        </pc:spChg>
      </pc:sldChg>
      <pc:sldChg chg="addSp delSp modSp add mod">
        <pc:chgData name="Sim Aulakh" userId="d6babfaf87fe36d4" providerId="LiveId" clId="{B442A88C-B6CB-4329-AF62-B197A214B4A4}" dt="2026-03-07T19:36:00.849" v="124"/>
        <pc:sldMkLst>
          <pc:docMk/>
          <pc:sldMk cId="1725867301" sldId="264"/>
        </pc:sldMkLst>
        <pc:spChg chg="mod">
          <ac:chgData name="Sim Aulakh" userId="d6babfaf87fe36d4" providerId="LiveId" clId="{B442A88C-B6CB-4329-AF62-B197A214B4A4}" dt="2026-03-07T19:33:14.261" v="103"/>
          <ac:spMkLst>
            <pc:docMk/>
            <pc:sldMk cId="1725867301" sldId="264"/>
            <ac:spMk id="4" creationId="{B8C9C28E-90C8-88AF-559B-07E84469C844}"/>
          </ac:spMkLst>
        </pc:spChg>
        <pc:spChg chg="del">
          <ac:chgData name="Sim Aulakh" userId="d6babfaf87fe36d4" providerId="LiveId" clId="{B442A88C-B6CB-4329-AF62-B197A214B4A4}" dt="2026-03-07T19:34:49.054" v="114" actId="478"/>
          <ac:spMkLst>
            <pc:docMk/>
            <pc:sldMk cId="1725867301" sldId="264"/>
            <ac:spMk id="6" creationId="{2C278DA1-ACC9-C5BB-5BC6-28AF7C815088}"/>
          </ac:spMkLst>
        </pc:spChg>
        <pc:spChg chg="mod">
          <ac:chgData name="Sim Aulakh" userId="d6babfaf87fe36d4" providerId="LiveId" clId="{B442A88C-B6CB-4329-AF62-B197A214B4A4}" dt="2026-03-07T19:34:46.840" v="113" actId="6549"/>
          <ac:spMkLst>
            <pc:docMk/>
            <pc:sldMk cId="1725867301" sldId="264"/>
            <ac:spMk id="7" creationId="{47BB264C-291F-D7A3-6CD6-87F184F84F8A}"/>
          </ac:spMkLst>
        </pc:spChg>
        <pc:spChg chg="mod">
          <ac:chgData name="Sim Aulakh" userId="d6babfaf87fe36d4" providerId="LiveId" clId="{B442A88C-B6CB-4329-AF62-B197A214B4A4}" dt="2026-03-07T19:34:52.674" v="115" actId="14100"/>
          <ac:spMkLst>
            <pc:docMk/>
            <pc:sldMk cId="1725867301" sldId="264"/>
            <ac:spMk id="31" creationId="{4F1CA3E1-8F39-27EE-1615-293D18C5EBAA}"/>
          </ac:spMkLst>
        </pc:spChg>
        <pc:spChg chg="mod">
          <ac:chgData name="Sim Aulakh" userId="d6babfaf87fe36d4" providerId="LiveId" clId="{B442A88C-B6CB-4329-AF62-B197A214B4A4}" dt="2026-03-07T19:35:12.578" v="123" actId="12"/>
          <ac:spMkLst>
            <pc:docMk/>
            <pc:sldMk cId="1725867301" sldId="264"/>
            <ac:spMk id="32" creationId="{5241598A-D9E0-3231-D348-A937521052E4}"/>
          </ac:spMkLst>
        </pc:spChg>
        <pc:graphicFrameChg chg="add mod">
          <ac:chgData name="Sim Aulakh" userId="d6babfaf87fe36d4" providerId="LiveId" clId="{B442A88C-B6CB-4329-AF62-B197A214B4A4}" dt="2026-03-07T19:36:00.849" v="124"/>
          <ac:graphicFrameMkLst>
            <pc:docMk/>
            <pc:sldMk cId="1725867301" sldId="264"/>
            <ac:graphicFrameMk id="8" creationId="{F0267DD3-60EE-E59E-3998-F9015B93C61C}"/>
          </ac:graphicFrameMkLst>
        </pc:graphicFrameChg>
      </pc:sldChg>
      <pc:sldChg chg="addSp delSp modSp add mod">
        <pc:chgData name="Sim Aulakh" userId="d6babfaf87fe36d4" providerId="LiveId" clId="{B442A88C-B6CB-4329-AF62-B197A214B4A4}" dt="2026-03-07T19:38:11.673" v="177" actId="6549"/>
        <pc:sldMkLst>
          <pc:docMk/>
          <pc:sldMk cId="4065169677" sldId="265"/>
        </pc:sldMkLst>
        <pc:spChg chg="mod">
          <ac:chgData name="Sim Aulakh" userId="d6babfaf87fe36d4" providerId="LiveId" clId="{B442A88C-B6CB-4329-AF62-B197A214B4A4}" dt="2026-03-07T19:36:21.978" v="163" actId="20577"/>
          <ac:spMkLst>
            <pc:docMk/>
            <pc:sldMk cId="4065169677" sldId="265"/>
            <ac:spMk id="4" creationId="{1AD58B62-166D-CB87-001C-5F79D86180C2}"/>
          </ac:spMkLst>
        </pc:spChg>
        <pc:spChg chg="add del">
          <ac:chgData name="Sim Aulakh" userId="d6babfaf87fe36d4" providerId="LiveId" clId="{B442A88C-B6CB-4329-AF62-B197A214B4A4}" dt="2026-03-07T19:36:52.321" v="169" actId="478"/>
          <ac:spMkLst>
            <pc:docMk/>
            <pc:sldMk cId="4065169677" sldId="265"/>
            <ac:spMk id="31" creationId="{923C2E3C-B40B-616A-8ED9-4E94FA5ECD3E}"/>
          </ac:spMkLst>
        </pc:spChg>
        <pc:spChg chg="mod">
          <ac:chgData name="Sim Aulakh" userId="d6babfaf87fe36d4" providerId="LiveId" clId="{B442A88C-B6CB-4329-AF62-B197A214B4A4}" dt="2026-03-07T19:36:25.230" v="164" actId="20577"/>
          <ac:spMkLst>
            <pc:docMk/>
            <pc:sldMk cId="4065169677" sldId="265"/>
            <ac:spMk id="32" creationId="{98ECE390-637F-4DB3-7C22-9735984A7F19}"/>
          </ac:spMkLst>
        </pc:spChg>
        <pc:graphicFrameChg chg="add mod modGraphic">
          <ac:chgData name="Sim Aulakh" userId="d6babfaf87fe36d4" providerId="LiveId" clId="{B442A88C-B6CB-4329-AF62-B197A214B4A4}" dt="2026-03-07T19:38:11.673" v="177" actId="6549"/>
          <ac:graphicFrameMkLst>
            <pc:docMk/>
            <pc:sldMk cId="4065169677" sldId="265"/>
            <ac:graphicFrameMk id="6" creationId="{040E2620-BA4D-CE4C-E36B-CA38F2F21EAC}"/>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3873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33E0C-C378-EFC5-4EF1-7B4945C44D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CBBBB1-954F-9C82-B2D6-961E963273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841CA1-64DE-4CDA-6244-1917FB50E2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931AA3-405C-B43C-FD8B-D858AC9C46EC}"/>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0584297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EECB9-C78D-2DDA-7C58-F1F9F8ED65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3CD091-02E6-5B2B-95D1-78D326EAB2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96E561-7EB2-C4B0-1FA4-8DF4EDC715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44FFBE-4660-A98A-11CC-A0A8DBCF3734}"/>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3642045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4B"/>
        </a:solidFill>
        <a:effectLst/>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E8A838"/>
          </a:solidFill>
          <a:ln w="12700">
            <a:solidFill>
              <a:srgbClr val="E8A838"/>
            </a:solidFill>
            <a:prstDash val="solid"/>
          </a:ln>
        </p:spPr>
        <p:txBody>
          <a:bodyPr/>
          <a:lstStyle/>
          <a:p>
            <a:endParaRPr lang="en-US"/>
          </a:p>
        </p:txBody>
      </p:sp>
      <p:sp>
        <p:nvSpPr>
          <p:cNvPr id="3" name="Shape 1"/>
          <p:cNvSpPr/>
          <p:nvPr/>
        </p:nvSpPr>
        <p:spPr>
          <a:xfrm>
            <a:off x="7223760" y="0"/>
            <a:ext cx="1920240" cy="5143500"/>
          </a:xfrm>
          <a:prstGeom prst="rect">
            <a:avLst/>
          </a:prstGeom>
          <a:solidFill>
            <a:srgbClr val="006D8F">
              <a:alpha val="28000"/>
            </a:srgbClr>
          </a:solidFill>
          <a:ln w="12700">
            <a:solidFill>
              <a:srgbClr val="006D8F">
                <a:alpha val="28000"/>
              </a:srgbClr>
            </a:solidFill>
            <a:prstDash val="solid"/>
          </a:ln>
        </p:spPr>
        <p:txBody>
          <a:bodyPr/>
          <a:lstStyle/>
          <a:p>
            <a:endParaRPr lang="en-US"/>
          </a:p>
        </p:txBody>
      </p:sp>
      <p:sp>
        <p:nvSpPr>
          <p:cNvPr id="4" name="Shape 2"/>
          <p:cNvSpPr/>
          <p:nvPr/>
        </p:nvSpPr>
        <p:spPr>
          <a:xfrm>
            <a:off x="7955280" y="0"/>
            <a:ext cx="1188720" cy="5143500"/>
          </a:xfrm>
          <a:prstGeom prst="rect">
            <a:avLst/>
          </a:prstGeom>
          <a:solidFill>
            <a:srgbClr val="006D8F">
              <a:alpha val="55000"/>
            </a:srgbClr>
          </a:solidFill>
          <a:ln w="12700">
            <a:solidFill>
              <a:srgbClr val="006D8F">
                <a:alpha val="55000"/>
              </a:srgbClr>
            </a:solidFill>
            <a:prstDash val="solid"/>
          </a:ln>
        </p:spPr>
        <p:txBody>
          <a:bodyPr/>
          <a:lstStyle/>
          <a:p>
            <a:endParaRPr lang="en-US"/>
          </a:p>
        </p:txBody>
      </p:sp>
      <p:sp>
        <p:nvSpPr>
          <p:cNvPr id="5" name="Text 3"/>
          <p:cNvSpPr/>
          <p:nvPr/>
        </p:nvSpPr>
        <p:spPr>
          <a:xfrm>
            <a:off x="502920" y="868680"/>
            <a:ext cx="8229600" cy="822960"/>
          </a:xfrm>
          <a:prstGeom prst="rect">
            <a:avLst/>
          </a:prstGeom>
          <a:noFill/>
          <a:ln/>
        </p:spPr>
        <p:txBody>
          <a:bodyPr wrap="square" lIns="0" tIns="0" rIns="0" bIns="0" rtlCol="0" anchor="ctr"/>
          <a:lstStyle/>
          <a:p>
            <a:pPr marL="0" indent="0" algn="l">
              <a:buNone/>
            </a:pPr>
            <a:r>
              <a:rPr lang="en-US" sz="3600" b="1" dirty="0">
                <a:solidFill>
                  <a:srgbClr val="FFFFFF"/>
                </a:solidFill>
                <a:latin typeface="Cambria" pitchFamily="34" charset="0"/>
                <a:ea typeface="Cambria" pitchFamily="34" charset="-122"/>
                <a:cs typeface="Cambria" pitchFamily="34" charset="-120"/>
              </a:rPr>
              <a:t>Intelligent Document Automation</a:t>
            </a:r>
            <a:endParaRPr lang="en-US" sz="3600" dirty="0"/>
          </a:p>
        </p:txBody>
      </p:sp>
      <p:sp>
        <p:nvSpPr>
          <p:cNvPr id="6" name="Text 4"/>
          <p:cNvSpPr/>
          <p:nvPr/>
        </p:nvSpPr>
        <p:spPr>
          <a:xfrm>
            <a:off x="502920" y="1645920"/>
            <a:ext cx="8229600" cy="640080"/>
          </a:xfrm>
          <a:prstGeom prst="rect">
            <a:avLst/>
          </a:prstGeom>
          <a:noFill/>
          <a:ln/>
        </p:spPr>
        <p:txBody>
          <a:bodyPr wrap="square" lIns="0" tIns="0" rIns="0" bIns="0" rtlCol="0" anchor="ctr"/>
          <a:lstStyle/>
          <a:p>
            <a:pPr marL="0" indent="0" algn="l">
              <a:buNone/>
            </a:pPr>
            <a:r>
              <a:rPr lang="en-US" sz="2800" dirty="0">
                <a:solidFill>
                  <a:srgbClr val="C9DFF0"/>
                </a:solidFill>
                <a:latin typeface="Cambria" pitchFamily="34" charset="0"/>
                <a:ea typeface="Cambria" pitchFamily="34" charset="-122"/>
                <a:cs typeface="Cambria" pitchFamily="34" charset="-120"/>
              </a:rPr>
              <a:t>in Financial Services Cloud</a:t>
            </a:r>
            <a:endParaRPr lang="en-US" sz="2800" dirty="0"/>
          </a:p>
        </p:txBody>
      </p:sp>
      <p:sp>
        <p:nvSpPr>
          <p:cNvPr id="7" name="Shape 5"/>
          <p:cNvSpPr/>
          <p:nvPr/>
        </p:nvSpPr>
        <p:spPr>
          <a:xfrm>
            <a:off x="502920" y="2395728"/>
            <a:ext cx="6217920" cy="50292"/>
          </a:xfrm>
          <a:prstGeom prst="rect">
            <a:avLst/>
          </a:prstGeom>
          <a:solidFill>
            <a:srgbClr val="E8A838"/>
          </a:solidFill>
          <a:ln w="12700">
            <a:solidFill>
              <a:srgbClr val="E8A838"/>
            </a:solidFill>
            <a:prstDash val="solid"/>
          </a:ln>
        </p:spPr>
        <p:txBody>
          <a:bodyPr/>
          <a:lstStyle/>
          <a:p>
            <a:endParaRPr lang="en-US"/>
          </a:p>
        </p:txBody>
      </p:sp>
      <p:sp>
        <p:nvSpPr>
          <p:cNvPr id="8" name="Text 6"/>
          <p:cNvSpPr/>
          <p:nvPr/>
        </p:nvSpPr>
        <p:spPr>
          <a:xfrm>
            <a:off x="411480" y="2864258"/>
            <a:ext cx="7772400" cy="1115568"/>
          </a:xfrm>
          <a:prstGeom prst="rect">
            <a:avLst/>
          </a:prstGeom>
          <a:noFill/>
          <a:ln/>
        </p:spPr>
        <p:txBody>
          <a:bodyPr wrap="square" lIns="0" tIns="0" rIns="0" bIns="0" rtlCol="0" anchor="ctr"/>
          <a:lstStyle/>
          <a:p>
            <a:r>
              <a:rPr lang="en-US" b="1" dirty="0">
                <a:solidFill>
                  <a:schemeClr val="bg1"/>
                </a:solidFill>
              </a:rPr>
              <a:t>Intelligent Document Automation (IDA)</a:t>
            </a:r>
            <a:r>
              <a:rPr lang="en-US" dirty="0">
                <a:solidFill>
                  <a:schemeClr val="bg1"/>
                </a:solidFill>
              </a:rPr>
              <a:t> in Salesforce Financial Services Cloud is a digital "super-assistant" that handles the heavy lifting of paperwork. Instead of humans manually reading, sorting, and typing information from paper or PDF files, IDA uses artificial intelligence to do it automatically.</a:t>
            </a:r>
            <a:br>
              <a:rPr lang="en-US" dirty="0">
                <a:solidFill>
                  <a:schemeClr val="bg1"/>
                </a:solidFill>
              </a:rPr>
            </a:br>
            <a:endParaRPr lang="en-US" sz="1300" dirty="0">
              <a:solidFill>
                <a:schemeClr val="bg1"/>
              </a:solidFill>
            </a:endParaRPr>
          </a:p>
        </p:txBody>
      </p:sp>
      <p:sp>
        <p:nvSpPr>
          <p:cNvPr id="9" name="Shape 7"/>
          <p:cNvSpPr/>
          <p:nvPr/>
        </p:nvSpPr>
        <p:spPr>
          <a:xfrm>
            <a:off x="0" y="4846320"/>
            <a:ext cx="9144000" cy="297180"/>
          </a:xfrm>
          <a:prstGeom prst="rect">
            <a:avLst/>
          </a:prstGeom>
          <a:solidFill>
            <a:srgbClr val="091535"/>
          </a:solidFill>
          <a:ln w="12700">
            <a:solidFill>
              <a:srgbClr val="091535"/>
            </a:solidFill>
            <a:prstDash val="solid"/>
          </a:ln>
        </p:spPr>
        <p:txBody>
          <a:bodyPr/>
          <a:lstStyle/>
          <a:p>
            <a:endParaRPr lang="en-US"/>
          </a:p>
        </p:txBody>
      </p:sp>
      <p:sp>
        <p:nvSpPr>
          <p:cNvPr id="10" name="Text 8"/>
          <p:cNvSpPr/>
          <p:nvPr/>
        </p:nvSpPr>
        <p:spPr>
          <a:xfrm>
            <a:off x="502920" y="4873752"/>
            <a:ext cx="7315200" cy="228600"/>
          </a:xfrm>
          <a:prstGeom prst="rect">
            <a:avLst/>
          </a:prstGeom>
          <a:noFill/>
          <a:ln/>
        </p:spPr>
        <p:txBody>
          <a:bodyPr wrap="square" lIns="0" tIns="0" rIns="0" bIns="0" rtlCol="0" anchor="ctr"/>
          <a:lstStyle/>
          <a:p>
            <a:pPr marL="0" indent="0">
              <a:buNone/>
            </a:pPr>
            <a:r>
              <a:rPr lang="en-US" sz="900" dirty="0">
                <a:solidFill>
                  <a:srgbClr val="6A88B5"/>
                </a:solidFill>
                <a:latin typeface="Calibri" pitchFamily="34" charset="0"/>
                <a:ea typeface="Calibri" pitchFamily="34" charset="-122"/>
                <a:cs typeface="Calibri" pitchFamily="34" charset="-120"/>
              </a:rPr>
              <a:t>Financial Services Cloud  |  Confidential</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EEF4"/>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4B"/>
          </a:solidFill>
          <a:ln w="12700">
            <a:solidFill>
              <a:srgbClr val="0D1B4B"/>
            </a:solidFill>
            <a:prstDash val="solid"/>
          </a:ln>
        </p:spPr>
        <p:txBody>
          <a:bodyPr/>
          <a:lstStyle/>
          <a:p>
            <a:endParaRPr lang="en-US"/>
          </a:p>
        </p:txBody>
      </p:sp>
      <p:sp>
        <p:nvSpPr>
          <p:cNvPr id="3" name="Text 1"/>
          <p:cNvSpPr/>
          <p:nvPr/>
        </p:nvSpPr>
        <p:spPr>
          <a:xfrm>
            <a:off x="411480" y="73152"/>
            <a:ext cx="2743200" cy="320040"/>
          </a:xfrm>
          <a:prstGeom prst="rect">
            <a:avLst/>
          </a:prstGeom>
          <a:noFill/>
          <a:ln/>
        </p:spPr>
        <p:txBody>
          <a:bodyPr wrap="square" lIns="0" tIns="0" rIns="0" bIns="0" rtlCol="0" anchor="ctr"/>
          <a:lstStyle/>
          <a:p>
            <a:pPr marL="0" indent="0">
              <a:buNone/>
            </a:pPr>
            <a:r>
              <a:rPr lang="en-US" sz="1200" b="1" dirty="0">
                <a:solidFill>
                  <a:srgbClr val="E8A838"/>
                </a:solidFill>
                <a:latin typeface="Cambria" pitchFamily="34" charset="0"/>
                <a:ea typeface="Cambria" pitchFamily="34" charset="-122"/>
                <a:cs typeface="Cambria" pitchFamily="34" charset="-120"/>
              </a:rPr>
              <a:t>Step 1</a:t>
            </a:r>
            <a:endParaRPr lang="en-US" sz="1200" dirty="0"/>
          </a:p>
        </p:txBody>
      </p:sp>
      <p:sp>
        <p:nvSpPr>
          <p:cNvPr id="4" name="Text 2"/>
          <p:cNvSpPr/>
          <p:nvPr/>
        </p:nvSpPr>
        <p:spPr>
          <a:xfrm>
            <a:off x="411480" y="384048"/>
            <a:ext cx="8229600" cy="438912"/>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What IDA Does?</a:t>
            </a:r>
            <a:endParaRPr lang="en-US" sz="2100" dirty="0"/>
          </a:p>
        </p:txBody>
      </p:sp>
      <p:sp>
        <p:nvSpPr>
          <p:cNvPr id="5" name="Text 3"/>
          <p:cNvSpPr/>
          <p:nvPr/>
        </p:nvSpPr>
        <p:spPr>
          <a:xfrm>
            <a:off x="8229600" y="274320"/>
            <a:ext cx="685800" cy="365760"/>
          </a:xfrm>
          <a:prstGeom prst="rect">
            <a:avLst/>
          </a:prstGeom>
          <a:noFill/>
          <a:ln/>
        </p:spPr>
        <p:txBody>
          <a:bodyPr wrap="square" lIns="0" tIns="0" rIns="0" bIns="0" rtlCol="0" anchor="ctr"/>
          <a:lstStyle/>
          <a:p>
            <a:pPr marL="0" indent="0" algn="r">
              <a:buNone/>
            </a:pPr>
            <a:r>
              <a:rPr lang="en-US" sz="1800" b="1" dirty="0">
                <a:solidFill>
                  <a:srgbClr val="E8A838"/>
                </a:solidFill>
                <a:latin typeface="Calibri" pitchFamily="34" charset="0"/>
                <a:ea typeface="Calibri" pitchFamily="34" charset="-122"/>
                <a:cs typeface="Calibri" pitchFamily="34" charset="-120"/>
              </a:rPr>
              <a:t>02</a:t>
            </a:r>
            <a:endParaRPr lang="en-US" sz="1800" dirty="0"/>
          </a:p>
        </p:txBody>
      </p:sp>
      <p:sp>
        <p:nvSpPr>
          <p:cNvPr id="6" name="Shape 4"/>
          <p:cNvSpPr/>
          <p:nvPr/>
        </p:nvSpPr>
        <p:spPr>
          <a:xfrm>
            <a:off x="320040" y="1078992"/>
            <a:ext cx="8503920" cy="1399032"/>
          </a:xfrm>
          <a:prstGeom prst="rect">
            <a:avLst/>
          </a:prstGeom>
          <a:solidFill>
            <a:srgbClr val="006D8F"/>
          </a:solidFill>
          <a:ln w="12700">
            <a:solidFill>
              <a:srgbClr val="006D8F"/>
            </a:solidFill>
            <a:prstDash val="solid"/>
          </a:ln>
        </p:spPr>
        <p:txBody>
          <a:bodyPr/>
          <a:lstStyle/>
          <a:p>
            <a:endParaRPr lang="en-US"/>
          </a:p>
        </p:txBody>
      </p:sp>
      <p:sp>
        <p:nvSpPr>
          <p:cNvPr id="7" name="Text 5"/>
          <p:cNvSpPr/>
          <p:nvPr/>
        </p:nvSpPr>
        <p:spPr>
          <a:xfrm>
            <a:off x="502920" y="1447455"/>
            <a:ext cx="8229600" cy="566928"/>
          </a:xfrm>
          <a:prstGeom prst="rect">
            <a:avLst/>
          </a:prstGeom>
          <a:noFill/>
          <a:ln/>
        </p:spPr>
        <p:txBody>
          <a:bodyPr wrap="square" lIns="0" tIns="0" rIns="0" bIns="0" rtlCol="0" anchor="ctr"/>
          <a:lstStyle/>
          <a:p>
            <a:r>
              <a:rPr lang="en-US" dirty="0">
                <a:solidFill>
                  <a:schemeClr val="bg1"/>
                </a:solidFill>
              </a:rPr>
              <a:t>Intelligent Document Automation in Salesforce Financial Services Cloud streamlines financial processes by automatically converting incoming, unstructured documents into digital data using AI, eliminating manual data entry. It centralizes documentation, automatically extracts information from forms, and initiates workflows like action plans, which speeds up processing and enhances accuracy.</a:t>
            </a:r>
            <a:endParaRPr lang="en-US" sz="1200" dirty="0">
              <a:solidFill>
                <a:schemeClr val="bg1"/>
              </a:solidFill>
            </a:endParaRPr>
          </a:p>
        </p:txBody>
      </p:sp>
      <p:sp>
        <p:nvSpPr>
          <p:cNvPr id="31" name="Shape 29"/>
          <p:cNvSpPr/>
          <p:nvPr/>
        </p:nvSpPr>
        <p:spPr>
          <a:xfrm>
            <a:off x="320040" y="2665476"/>
            <a:ext cx="8503920" cy="2244851"/>
          </a:xfrm>
          <a:prstGeom prst="rect">
            <a:avLst/>
          </a:prstGeom>
          <a:solidFill>
            <a:srgbClr val="1A2B52"/>
          </a:solidFill>
          <a:ln w="12700">
            <a:solidFill>
              <a:srgbClr val="1A2B52"/>
            </a:solidFill>
            <a:prstDash val="solid"/>
          </a:ln>
        </p:spPr>
        <p:txBody>
          <a:bodyPr/>
          <a:lstStyle/>
          <a:p>
            <a:r>
              <a:rPr lang="en-US" sz="1200" b="1" dirty="0">
                <a:solidFill>
                  <a:schemeClr val="bg1"/>
                </a:solidFill>
              </a:rPr>
              <a:t>Intelligent Document Automation (IDA)</a:t>
            </a:r>
            <a:r>
              <a:rPr lang="en-US" sz="1200" dirty="0">
                <a:solidFill>
                  <a:schemeClr val="bg1"/>
                </a:solidFill>
              </a:rPr>
              <a:t> in </a:t>
            </a:r>
            <a:r>
              <a:rPr lang="en-US" sz="1200" b="1" dirty="0">
                <a:solidFill>
                  <a:schemeClr val="bg1"/>
                </a:solidFill>
              </a:rPr>
              <a:t>Salesforce Financial Services Cloud</a:t>
            </a:r>
            <a:r>
              <a:rPr lang="en-US" sz="1200" dirty="0">
                <a:solidFill>
                  <a:schemeClr val="bg1"/>
                </a:solidFill>
              </a:rPr>
              <a:t> is a capability that uses </a:t>
            </a:r>
            <a:r>
              <a:rPr lang="en-US" sz="1200" b="1" dirty="0">
                <a:solidFill>
                  <a:schemeClr val="bg1"/>
                </a:solidFill>
              </a:rPr>
              <a:t>AI, OCR (Optical Character Recognition), and automation</a:t>
            </a:r>
            <a:r>
              <a:rPr lang="en-US" sz="1200" dirty="0">
                <a:solidFill>
                  <a:schemeClr val="bg1"/>
                </a:solidFill>
              </a:rPr>
              <a:t> to automatically </a:t>
            </a:r>
            <a:r>
              <a:rPr lang="en-US" sz="1200" b="1" dirty="0">
                <a:solidFill>
                  <a:schemeClr val="bg1"/>
                </a:solidFill>
              </a:rPr>
              <a:t>capture, extract, validate, and process data from documents</a:t>
            </a:r>
            <a:r>
              <a:rPr lang="en-US" sz="1200" dirty="0">
                <a:solidFill>
                  <a:schemeClr val="bg1"/>
                </a:solidFill>
              </a:rPr>
              <a:t> and convert it into structured records in Salesforce.</a:t>
            </a:r>
          </a:p>
          <a:p>
            <a:r>
              <a:rPr lang="en-US" sz="1200" dirty="0">
                <a:solidFill>
                  <a:schemeClr val="bg1"/>
                </a:solidFill>
              </a:rPr>
              <a:t>Financial institutions deal with thousands of documents such as:</a:t>
            </a:r>
          </a:p>
          <a:p>
            <a:pPr marL="171450" indent="-171450">
              <a:buFont typeface="Arial" panose="020B0604020202020204" pitchFamily="34" charset="0"/>
              <a:buChar char="•"/>
            </a:pPr>
            <a:r>
              <a:rPr lang="en-US" sz="1200" dirty="0">
                <a:solidFill>
                  <a:schemeClr val="bg1"/>
                </a:solidFill>
              </a:rPr>
              <a:t>KYC forms</a:t>
            </a:r>
          </a:p>
          <a:p>
            <a:pPr marL="171450" indent="-171450">
              <a:buFont typeface="Arial" panose="020B0604020202020204" pitchFamily="34" charset="0"/>
              <a:buChar char="•"/>
            </a:pPr>
            <a:r>
              <a:rPr lang="en-US" sz="1200" dirty="0">
                <a:solidFill>
                  <a:schemeClr val="bg1"/>
                </a:solidFill>
              </a:rPr>
              <a:t>Consent forms</a:t>
            </a:r>
          </a:p>
          <a:p>
            <a:pPr marL="171450" indent="-171450">
              <a:buFont typeface="Arial" panose="020B0604020202020204" pitchFamily="34" charset="0"/>
              <a:buChar char="•"/>
            </a:pPr>
            <a:r>
              <a:rPr lang="en-US" sz="1200" dirty="0">
                <a:solidFill>
                  <a:schemeClr val="bg1"/>
                </a:solidFill>
              </a:rPr>
              <a:t>Loan applications</a:t>
            </a:r>
          </a:p>
          <a:p>
            <a:pPr marL="171450" indent="-171450">
              <a:buFont typeface="Arial" panose="020B0604020202020204" pitchFamily="34" charset="0"/>
              <a:buChar char="•"/>
            </a:pPr>
            <a:r>
              <a:rPr lang="en-US" sz="1200" dirty="0">
                <a:solidFill>
                  <a:schemeClr val="bg1"/>
                </a:solidFill>
              </a:rPr>
              <a:t>Identity proofs</a:t>
            </a:r>
          </a:p>
          <a:p>
            <a:pPr marL="171450" indent="-171450">
              <a:buFont typeface="Arial" panose="020B0604020202020204" pitchFamily="34" charset="0"/>
              <a:buChar char="•"/>
            </a:pPr>
            <a:r>
              <a:rPr lang="en-US" sz="1200" dirty="0">
                <a:solidFill>
                  <a:schemeClr val="bg1"/>
                </a:solidFill>
              </a:rPr>
              <a:t>Financial statements</a:t>
            </a:r>
          </a:p>
          <a:p>
            <a:r>
              <a:rPr lang="en-US" sz="1200" dirty="0">
                <a:solidFill>
                  <a:schemeClr val="bg1"/>
                </a:solidFill>
              </a:rPr>
              <a:t>Traditionally these documents require </a:t>
            </a:r>
            <a:r>
              <a:rPr lang="en-US" sz="1200" b="1" dirty="0">
                <a:solidFill>
                  <a:schemeClr val="bg1"/>
                </a:solidFill>
              </a:rPr>
              <a:t>manual review and data entry</a:t>
            </a:r>
            <a:r>
              <a:rPr lang="en-US" sz="1200" dirty="0">
                <a:solidFill>
                  <a:schemeClr val="bg1"/>
                </a:solidFill>
              </a:rPr>
              <a:t>, which is slow and error-prone.</a:t>
            </a:r>
            <a:br>
              <a:rPr lang="en-US" sz="1200" dirty="0">
                <a:solidFill>
                  <a:schemeClr val="bg1"/>
                </a:solidFill>
              </a:rPr>
            </a:br>
            <a:r>
              <a:rPr lang="en-US" sz="1200" dirty="0">
                <a:solidFill>
                  <a:schemeClr val="bg1"/>
                </a:solidFill>
              </a:rPr>
              <a:t>IDA automates this entire process.</a:t>
            </a:r>
          </a:p>
          <a:p>
            <a:endParaRPr lang="en-US" dirty="0">
              <a:solidFill>
                <a:schemeClr val="bg1"/>
              </a:solidFill>
            </a:endParaRPr>
          </a:p>
        </p:txBody>
      </p:sp>
      <p:sp>
        <p:nvSpPr>
          <p:cNvPr id="32" name="Text 30"/>
          <p:cNvSpPr/>
          <p:nvPr/>
        </p:nvSpPr>
        <p:spPr>
          <a:xfrm>
            <a:off x="457200" y="3321930"/>
            <a:ext cx="8229600" cy="201168"/>
          </a:xfrm>
          <a:prstGeom prst="rect">
            <a:avLst/>
          </a:prstGeom>
          <a:noFill/>
          <a:ln/>
        </p:spPr>
        <p:txBody>
          <a:bodyPr wrap="square" lIns="0" tIns="0" rIns="0" bIns="0" rtlCol="0" anchor="ctr"/>
          <a:lstStyle/>
          <a:p>
            <a:endParaRPr lang="en-US" sz="1000" dirty="0">
              <a:solidFill>
                <a:schemeClr val="bg1"/>
              </a:solidFill>
            </a:endParaRPr>
          </a:p>
        </p:txBody>
      </p:sp>
      <p:sp>
        <p:nvSpPr>
          <p:cNvPr id="42" name="Text 40"/>
          <p:cNvSpPr/>
          <p:nvPr/>
        </p:nvSpPr>
        <p:spPr>
          <a:xfrm>
            <a:off x="5001768" y="3584448"/>
            <a:ext cx="4114800" cy="237744"/>
          </a:xfrm>
          <a:prstGeom prst="rect">
            <a:avLst/>
          </a:prstGeom>
          <a:noFill/>
          <a:ln/>
        </p:spPr>
        <p:txBody>
          <a:bodyPr wrap="square" lIns="0" tIns="0" rIns="0" bIns="0" rtlCol="0" anchor="ctr"/>
          <a:lstStyle/>
          <a:p>
            <a:pPr marL="0" indent="0">
              <a:buNone/>
            </a:pPr>
            <a:endParaRPr lang="en-US" sz="1050" dirty="0"/>
          </a:p>
        </p:txBody>
      </p:sp>
      <p:sp>
        <p:nvSpPr>
          <p:cNvPr id="50" name="Text 48"/>
          <p:cNvSpPr/>
          <p:nvPr/>
        </p:nvSpPr>
        <p:spPr>
          <a:xfrm>
            <a:off x="320040" y="4910328"/>
            <a:ext cx="8503920" cy="201168"/>
          </a:xfrm>
          <a:prstGeom prst="rect">
            <a:avLst/>
          </a:prstGeom>
          <a:noFill/>
          <a:ln/>
        </p:spPr>
        <p:txBody>
          <a:bodyPr wrap="square" lIns="0" tIns="0" rIns="0" bIns="0" rtlCol="0" anchor="ctr"/>
          <a:lstStyle/>
          <a:p>
            <a:pPr marL="0" indent="0">
              <a:buNone/>
            </a:pP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8EEF4"/>
        </a:solidFill>
        <a:effectLst/>
      </p:bgPr>
    </p:bg>
    <p:spTree>
      <p:nvGrpSpPr>
        <p:cNvPr id="1" name="">
          <a:extLst>
            <a:ext uri="{FF2B5EF4-FFF2-40B4-BE49-F238E27FC236}">
              <a16:creationId xmlns:a16="http://schemas.microsoft.com/office/drawing/2014/main" id="{DCBC67AC-D5C1-AD26-4B59-AA109E38C4D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1A2391F-62BB-28FB-FEA7-3288CB9615C0}"/>
              </a:ext>
            </a:extLst>
          </p:cNvPr>
          <p:cNvSpPr/>
          <p:nvPr/>
        </p:nvSpPr>
        <p:spPr>
          <a:xfrm>
            <a:off x="0" y="0"/>
            <a:ext cx="9144000" cy="960120"/>
          </a:xfrm>
          <a:prstGeom prst="rect">
            <a:avLst/>
          </a:prstGeom>
          <a:solidFill>
            <a:srgbClr val="0D1B4B"/>
          </a:solidFill>
          <a:ln w="12700">
            <a:solidFill>
              <a:srgbClr val="0D1B4B"/>
            </a:solidFill>
            <a:prstDash val="solid"/>
          </a:ln>
        </p:spPr>
        <p:txBody>
          <a:bodyPr/>
          <a:lstStyle/>
          <a:p>
            <a:endParaRPr lang="en-US"/>
          </a:p>
        </p:txBody>
      </p:sp>
      <p:sp>
        <p:nvSpPr>
          <p:cNvPr id="3" name="Text 1">
            <a:extLst>
              <a:ext uri="{FF2B5EF4-FFF2-40B4-BE49-F238E27FC236}">
                <a16:creationId xmlns:a16="http://schemas.microsoft.com/office/drawing/2014/main" id="{DD98088F-B3F5-5B2E-D467-F711FDDCA81C}"/>
              </a:ext>
            </a:extLst>
          </p:cNvPr>
          <p:cNvSpPr/>
          <p:nvPr/>
        </p:nvSpPr>
        <p:spPr>
          <a:xfrm>
            <a:off x="411480" y="73152"/>
            <a:ext cx="2743200" cy="320040"/>
          </a:xfrm>
          <a:prstGeom prst="rect">
            <a:avLst/>
          </a:prstGeom>
          <a:noFill/>
          <a:ln/>
        </p:spPr>
        <p:txBody>
          <a:bodyPr wrap="square" lIns="0" tIns="0" rIns="0" bIns="0" rtlCol="0" anchor="ctr"/>
          <a:lstStyle/>
          <a:p>
            <a:pPr marL="0" indent="0">
              <a:buNone/>
            </a:pPr>
            <a:r>
              <a:rPr lang="en-US" sz="1200" b="1" dirty="0">
                <a:solidFill>
                  <a:srgbClr val="E8A838"/>
                </a:solidFill>
                <a:latin typeface="Cambria" pitchFamily="34" charset="0"/>
                <a:ea typeface="Cambria" pitchFamily="34" charset="-122"/>
                <a:cs typeface="Cambria" pitchFamily="34" charset="-120"/>
              </a:rPr>
              <a:t>Step 1</a:t>
            </a:r>
            <a:endParaRPr lang="en-US" sz="1200" dirty="0"/>
          </a:p>
        </p:txBody>
      </p:sp>
      <p:sp>
        <p:nvSpPr>
          <p:cNvPr id="4" name="Text 2">
            <a:extLst>
              <a:ext uri="{FF2B5EF4-FFF2-40B4-BE49-F238E27FC236}">
                <a16:creationId xmlns:a16="http://schemas.microsoft.com/office/drawing/2014/main" id="{B8C9C28E-90C8-88AF-559B-07E84469C844}"/>
              </a:ext>
            </a:extLst>
          </p:cNvPr>
          <p:cNvSpPr/>
          <p:nvPr/>
        </p:nvSpPr>
        <p:spPr>
          <a:xfrm>
            <a:off x="411480" y="384048"/>
            <a:ext cx="8229600" cy="438912"/>
          </a:xfrm>
          <a:prstGeom prst="rect">
            <a:avLst/>
          </a:prstGeom>
          <a:noFill/>
          <a:ln/>
        </p:spPr>
        <p:txBody>
          <a:bodyPr wrap="square" lIns="0" tIns="0" rIns="0" bIns="0" rtlCol="0" anchor="ctr"/>
          <a:lstStyle/>
          <a:p>
            <a:r>
              <a:rPr lang="en-US" sz="2400" b="1" dirty="0">
                <a:solidFill>
                  <a:schemeClr val="bg1"/>
                </a:solidFill>
              </a:rPr>
              <a:t>Disclosure and Consent Management</a:t>
            </a:r>
            <a:r>
              <a:rPr lang="en-US" sz="2400" dirty="0">
                <a:solidFill>
                  <a:schemeClr val="bg1"/>
                </a:solidFill>
              </a:rPr>
              <a:t> framework</a:t>
            </a:r>
            <a:endParaRPr lang="en-US" sz="2100" dirty="0"/>
          </a:p>
        </p:txBody>
      </p:sp>
      <p:sp>
        <p:nvSpPr>
          <p:cNvPr id="5" name="Text 3">
            <a:extLst>
              <a:ext uri="{FF2B5EF4-FFF2-40B4-BE49-F238E27FC236}">
                <a16:creationId xmlns:a16="http://schemas.microsoft.com/office/drawing/2014/main" id="{1851273B-6C1B-FC34-531A-F31A0512BDDD}"/>
              </a:ext>
            </a:extLst>
          </p:cNvPr>
          <p:cNvSpPr/>
          <p:nvPr/>
        </p:nvSpPr>
        <p:spPr>
          <a:xfrm>
            <a:off x="8229600" y="274320"/>
            <a:ext cx="685800" cy="365760"/>
          </a:xfrm>
          <a:prstGeom prst="rect">
            <a:avLst/>
          </a:prstGeom>
          <a:noFill/>
          <a:ln/>
        </p:spPr>
        <p:txBody>
          <a:bodyPr wrap="square" lIns="0" tIns="0" rIns="0" bIns="0" rtlCol="0" anchor="ctr"/>
          <a:lstStyle/>
          <a:p>
            <a:pPr marL="0" indent="0" algn="r">
              <a:buNone/>
            </a:pPr>
            <a:r>
              <a:rPr lang="en-US" sz="1800" b="1" dirty="0">
                <a:solidFill>
                  <a:srgbClr val="E8A838"/>
                </a:solidFill>
                <a:latin typeface="Calibri" pitchFamily="34" charset="0"/>
                <a:ea typeface="Calibri" pitchFamily="34" charset="-122"/>
                <a:cs typeface="Calibri" pitchFamily="34" charset="-120"/>
              </a:rPr>
              <a:t>02</a:t>
            </a:r>
            <a:endParaRPr lang="en-US" sz="1800" dirty="0"/>
          </a:p>
        </p:txBody>
      </p:sp>
      <p:sp>
        <p:nvSpPr>
          <p:cNvPr id="7" name="Text 5">
            <a:extLst>
              <a:ext uri="{FF2B5EF4-FFF2-40B4-BE49-F238E27FC236}">
                <a16:creationId xmlns:a16="http://schemas.microsoft.com/office/drawing/2014/main" id="{47BB264C-291F-D7A3-6CD6-87F184F84F8A}"/>
              </a:ext>
            </a:extLst>
          </p:cNvPr>
          <p:cNvSpPr/>
          <p:nvPr/>
        </p:nvSpPr>
        <p:spPr>
          <a:xfrm>
            <a:off x="502920" y="1447455"/>
            <a:ext cx="8229600" cy="566928"/>
          </a:xfrm>
          <a:prstGeom prst="rect">
            <a:avLst/>
          </a:prstGeom>
          <a:noFill/>
          <a:ln/>
        </p:spPr>
        <p:txBody>
          <a:bodyPr wrap="square" lIns="0" tIns="0" rIns="0" bIns="0" rtlCol="0" anchor="ctr"/>
          <a:lstStyle/>
          <a:p>
            <a:endParaRPr lang="en-US" sz="1200" dirty="0">
              <a:solidFill>
                <a:schemeClr val="bg1"/>
              </a:solidFill>
            </a:endParaRPr>
          </a:p>
        </p:txBody>
      </p:sp>
      <p:sp>
        <p:nvSpPr>
          <p:cNvPr id="31" name="Shape 29">
            <a:extLst>
              <a:ext uri="{FF2B5EF4-FFF2-40B4-BE49-F238E27FC236}">
                <a16:creationId xmlns:a16="http://schemas.microsoft.com/office/drawing/2014/main" id="{4F1CA3E1-8F39-27EE-1615-293D18C5EBAA}"/>
              </a:ext>
            </a:extLst>
          </p:cNvPr>
          <p:cNvSpPr/>
          <p:nvPr/>
        </p:nvSpPr>
        <p:spPr>
          <a:xfrm>
            <a:off x="320040" y="1207008"/>
            <a:ext cx="8503920" cy="3221391"/>
          </a:xfrm>
          <a:prstGeom prst="rect">
            <a:avLst/>
          </a:prstGeom>
          <a:solidFill>
            <a:srgbClr val="1A2B52"/>
          </a:solidFill>
          <a:ln w="12700">
            <a:solidFill>
              <a:srgbClr val="1A2B52"/>
            </a:solidFill>
            <a:prstDash val="solid"/>
          </a:ln>
        </p:spPr>
        <p:txBody>
          <a:bodyPr/>
          <a:lstStyle/>
          <a:p>
            <a:endParaRPr lang="en-US"/>
          </a:p>
        </p:txBody>
      </p:sp>
      <p:sp>
        <p:nvSpPr>
          <p:cNvPr id="32" name="Text 30">
            <a:extLst>
              <a:ext uri="{FF2B5EF4-FFF2-40B4-BE49-F238E27FC236}">
                <a16:creationId xmlns:a16="http://schemas.microsoft.com/office/drawing/2014/main" id="{5241598A-D9E0-3231-D348-A937521052E4}"/>
              </a:ext>
            </a:extLst>
          </p:cNvPr>
          <p:cNvSpPr/>
          <p:nvPr/>
        </p:nvSpPr>
        <p:spPr>
          <a:xfrm>
            <a:off x="547288" y="2116318"/>
            <a:ext cx="8229600" cy="201168"/>
          </a:xfrm>
          <a:prstGeom prst="rect">
            <a:avLst/>
          </a:prstGeom>
          <a:noFill/>
          <a:ln/>
        </p:spPr>
        <p:txBody>
          <a:bodyPr wrap="square" lIns="0" tIns="0" rIns="0" bIns="0" rtlCol="0" anchor="ctr"/>
          <a:lstStyle/>
          <a:p>
            <a:r>
              <a:rPr lang="en-US" sz="1400" dirty="0">
                <a:solidFill>
                  <a:schemeClr val="bg1"/>
                </a:solidFill>
              </a:rPr>
              <a:t>In </a:t>
            </a:r>
            <a:r>
              <a:rPr lang="en-US" sz="1400" b="1" dirty="0">
                <a:solidFill>
                  <a:schemeClr val="bg1"/>
                </a:solidFill>
              </a:rPr>
              <a:t>Salesforce Financial Services Cloud</a:t>
            </a:r>
            <a:r>
              <a:rPr lang="en-US" sz="1400" dirty="0">
                <a:solidFill>
                  <a:schemeClr val="bg1"/>
                </a:solidFill>
              </a:rPr>
              <a:t>, the </a:t>
            </a:r>
            <a:r>
              <a:rPr lang="en-US" sz="1400" b="1" dirty="0">
                <a:solidFill>
                  <a:schemeClr val="bg1"/>
                </a:solidFill>
              </a:rPr>
              <a:t>Disclosure and Consent Management Framework</a:t>
            </a:r>
            <a:r>
              <a:rPr lang="en-US" sz="1400" dirty="0">
                <a:solidFill>
                  <a:schemeClr val="bg1"/>
                </a:solidFill>
              </a:rPr>
              <a:t> ensures that financial institutions </a:t>
            </a:r>
            <a:r>
              <a:rPr lang="en-US" sz="1400" b="1" dirty="0">
                <a:solidFill>
                  <a:schemeClr val="bg1"/>
                </a:solidFill>
              </a:rPr>
              <a:t>legally obtain, store, and manage customer permissions</a:t>
            </a:r>
            <a:r>
              <a:rPr lang="en-US" sz="1400" dirty="0">
                <a:solidFill>
                  <a:schemeClr val="bg1"/>
                </a:solidFill>
              </a:rPr>
              <a:t> for using their personal or financial data.</a:t>
            </a:r>
          </a:p>
          <a:p>
            <a:r>
              <a:rPr lang="en-US" sz="1400" dirty="0">
                <a:solidFill>
                  <a:schemeClr val="bg1"/>
                </a:solidFill>
              </a:rPr>
              <a:t>This framework is tightly integrated with </a:t>
            </a:r>
            <a:r>
              <a:rPr lang="en-US" sz="1400" b="1" dirty="0">
                <a:solidFill>
                  <a:schemeClr val="bg1"/>
                </a:solidFill>
              </a:rPr>
              <a:t>Intelligent Document Automation (IDA)</a:t>
            </a:r>
            <a:r>
              <a:rPr lang="en-US" sz="1400" dirty="0">
                <a:solidFill>
                  <a:schemeClr val="bg1"/>
                </a:solidFill>
              </a:rPr>
              <a:t> to automatically </a:t>
            </a:r>
            <a:r>
              <a:rPr lang="en-US" sz="1400" b="1" dirty="0">
                <a:solidFill>
                  <a:schemeClr val="bg1"/>
                </a:solidFill>
              </a:rPr>
              <a:t>generate disclosures, collect consent, process signed documents, and maintain compliance records</a:t>
            </a:r>
            <a:r>
              <a:rPr lang="en-US" sz="1400" dirty="0">
                <a:solidFill>
                  <a:schemeClr val="bg1"/>
                </a:solidFill>
              </a:rPr>
              <a:t>.</a:t>
            </a:r>
          </a:p>
          <a:p>
            <a:r>
              <a:rPr lang="en-US" sz="1400" dirty="0">
                <a:solidFill>
                  <a:schemeClr val="bg1"/>
                </a:solidFill>
              </a:rPr>
              <a:t>Financial institutions must comply with regulations such as:</a:t>
            </a:r>
          </a:p>
          <a:p>
            <a:pPr marL="285750" indent="-285750">
              <a:buFont typeface="Arial" panose="020B0604020202020204" pitchFamily="34" charset="0"/>
              <a:buChar char="•"/>
            </a:pPr>
            <a:r>
              <a:rPr lang="en-US" sz="1400" b="1" dirty="0">
                <a:solidFill>
                  <a:schemeClr val="bg1"/>
                </a:solidFill>
              </a:rPr>
              <a:t>General Data Protection Regulation (GDPR)</a:t>
            </a:r>
            <a:endParaRPr lang="en-US" sz="1400" dirty="0">
              <a:solidFill>
                <a:schemeClr val="bg1"/>
              </a:solidFill>
            </a:endParaRPr>
          </a:p>
          <a:p>
            <a:pPr marL="285750" indent="-285750">
              <a:buFont typeface="Arial" panose="020B0604020202020204" pitchFamily="34" charset="0"/>
              <a:buChar char="•"/>
            </a:pPr>
            <a:r>
              <a:rPr lang="en-US" sz="1400" b="1" dirty="0">
                <a:solidFill>
                  <a:schemeClr val="bg1"/>
                </a:solidFill>
              </a:rPr>
              <a:t>California Consumer Privacy Act (CCPA)</a:t>
            </a:r>
            <a:endParaRPr lang="en-US" sz="1400" dirty="0">
              <a:solidFill>
                <a:schemeClr val="bg1"/>
              </a:solidFill>
            </a:endParaRPr>
          </a:p>
        </p:txBody>
      </p:sp>
      <p:sp>
        <p:nvSpPr>
          <p:cNvPr id="42" name="Text 40">
            <a:extLst>
              <a:ext uri="{FF2B5EF4-FFF2-40B4-BE49-F238E27FC236}">
                <a16:creationId xmlns:a16="http://schemas.microsoft.com/office/drawing/2014/main" id="{FF00D48F-B0E0-9D73-11DF-6D1999943578}"/>
              </a:ext>
            </a:extLst>
          </p:cNvPr>
          <p:cNvSpPr/>
          <p:nvPr/>
        </p:nvSpPr>
        <p:spPr>
          <a:xfrm>
            <a:off x="5001768" y="3584448"/>
            <a:ext cx="4114800" cy="237744"/>
          </a:xfrm>
          <a:prstGeom prst="rect">
            <a:avLst/>
          </a:prstGeom>
          <a:noFill/>
          <a:ln/>
        </p:spPr>
        <p:txBody>
          <a:bodyPr wrap="square" lIns="0" tIns="0" rIns="0" bIns="0" rtlCol="0" anchor="ctr"/>
          <a:lstStyle/>
          <a:p>
            <a:pPr marL="0" indent="0">
              <a:buNone/>
            </a:pPr>
            <a:endParaRPr lang="en-US" sz="1050" dirty="0"/>
          </a:p>
        </p:txBody>
      </p:sp>
      <p:sp>
        <p:nvSpPr>
          <p:cNvPr id="49" name="Shape 47">
            <a:extLst>
              <a:ext uri="{FF2B5EF4-FFF2-40B4-BE49-F238E27FC236}">
                <a16:creationId xmlns:a16="http://schemas.microsoft.com/office/drawing/2014/main" id="{01DD4CB9-A85C-81AD-5CD9-E1DDCF3AAB3E}"/>
              </a:ext>
            </a:extLst>
          </p:cNvPr>
          <p:cNvSpPr/>
          <p:nvPr/>
        </p:nvSpPr>
        <p:spPr>
          <a:xfrm>
            <a:off x="0" y="4892040"/>
            <a:ext cx="9144000" cy="251460"/>
          </a:xfrm>
          <a:prstGeom prst="rect">
            <a:avLst/>
          </a:prstGeom>
          <a:solidFill>
            <a:srgbClr val="1A2B52"/>
          </a:solidFill>
          <a:ln w="12700">
            <a:solidFill>
              <a:srgbClr val="1A2B52"/>
            </a:solidFill>
            <a:prstDash val="solid"/>
          </a:ln>
        </p:spPr>
        <p:txBody>
          <a:bodyPr/>
          <a:lstStyle/>
          <a:p>
            <a:endParaRPr lang="en-US"/>
          </a:p>
        </p:txBody>
      </p:sp>
      <p:sp>
        <p:nvSpPr>
          <p:cNvPr id="50" name="Text 48">
            <a:extLst>
              <a:ext uri="{FF2B5EF4-FFF2-40B4-BE49-F238E27FC236}">
                <a16:creationId xmlns:a16="http://schemas.microsoft.com/office/drawing/2014/main" id="{B148F249-6CF5-51C3-5902-CCA829E3CA68}"/>
              </a:ext>
            </a:extLst>
          </p:cNvPr>
          <p:cNvSpPr/>
          <p:nvPr/>
        </p:nvSpPr>
        <p:spPr>
          <a:xfrm>
            <a:off x="320040" y="4910328"/>
            <a:ext cx="8503920" cy="201168"/>
          </a:xfrm>
          <a:prstGeom prst="rect">
            <a:avLst/>
          </a:prstGeom>
          <a:noFill/>
          <a:ln/>
        </p:spPr>
        <p:txBody>
          <a:bodyPr wrap="square" lIns="0" tIns="0" rIns="0" bIns="0" rtlCol="0" anchor="ctr"/>
          <a:lstStyle/>
          <a:p>
            <a:pPr marL="0" indent="0">
              <a:buNone/>
            </a:pPr>
            <a:r>
              <a:rPr lang="en-US" sz="800" dirty="0">
                <a:solidFill>
                  <a:srgbClr val="A0BED8"/>
                </a:solidFill>
                <a:latin typeface="Calibri" pitchFamily="34" charset="0"/>
                <a:ea typeface="Calibri" pitchFamily="34" charset="-122"/>
                <a:cs typeface="Calibri" pitchFamily="34" charset="-120"/>
              </a:rPr>
              <a:t>Financial Services Cloud  |  IDA Overview</a:t>
            </a:r>
            <a:endParaRPr lang="en-US" sz="800" dirty="0"/>
          </a:p>
        </p:txBody>
      </p:sp>
    </p:spTree>
    <p:extLst>
      <p:ext uri="{BB962C8B-B14F-4D97-AF65-F5344CB8AC3E}">
        <p14:creationId xmlns:p14="http://schemas.microsoft.com/office/powerpoint/2010/main" val="17258673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8EEF4"/>
        </a:solidFill>
        <a:effectLst/>
      </p:bgPr>
    </p:bg>
    <p:spTree>
      <p:nvGrpSpPr>
        <p:cNvPr id="1" name="">
          <a:extLst>
            <a:ext uri="{FF2B5EF4-FFF2-40B4-BE49-F238E27FC236}">
              <a16:creationId xmlns:a16="http://schemas.microsoft.com/office/drawing/2014/main" id="{88E5D0CD-130C-DCD0-2D3C-0529321FFFE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161D7ED-3693-DD45-CBCC-195AED21C2F5}"/>
              </a:ext>
            </a:extLst>
          </p:cNvPr>
          <p:cNvSpPr/>
          <p:nvPr/>
        </p:nvSpPr>
        <p:spPr>
          <a:xfrm>
            <a:off x="0" y="0"/>
            <a:ext cx="9144000" cy="960120"/>
          </a:xfrm>
          <a:prstGeom prst="rect">
            <a:avLst/>
          </a:prstGeom>
          <a:solidFill>
            <a:srgbClr val="0D1B4B"/>
          </a:solidFill>
          <a:ln w="12700">
            <a:solidFill>
              <a:srgbClr val="0D1B4B"/>
            </a:solidFill>
            <a:prstDash val="solid"/>
          </a:ln>
        </p:spPr>
        <p:txBody>
          <a:bodyPr/>
          <a:lstStyle/>
          <a:p>
            <a:endParaRPr lang="en-US"/>
          </a:p>
        </p:txBody>
      </p:sp>
      <p:sp>
        <p:nvSpPr>
          <p:cNvPr id="3" name="Text 1">
            <a:extLst>
              <a:ext uri="{FF2B5EF4-FFF2-40B4-BE49-F238E27FC236}">
                <a16:creationId xmlns:a16="http://schemas.microsoft.com/office/drawing/2014/main" id="{BDFE4C3D-5847-22F0-8A8F-4808BCF68038}"/>
              </a:ext>
            </a:extLst>
          </p:cNvPr>
          <p:cNvSpPr/>
          <p:nvPr/>
        </p:nvSpPr>
        <p:spPr>
          <a:xfrm>
            <a:off x="411480" y="73152"/>
            <a:ext cx="2743200" cy="320040"/>
          </a:xfrm>
          <a:prstGeom prst="rect">
            <a:avLst/>
          </a:prstGeom>
          <a:noFill/>
          <a:ln/>
        </p:spPr>
        <p:txBody>
          <a:bodyPr wrap="square" lIns="0" tIns="0" rIns="0" bIns="0" rtlCol="0" anchor="ctr"/>
          <a:lstStyle/>
          <a:p>
            <a:pPr marL="0" indent="0">
              <a:buNone/>
            </a:pPr>
            <a:r>
              <a:rPr lang="en-US" sz="1200" b="1" dirty="0">
                <a:solidFill>
                  <a:srgbClr val="E8A838"/>
                </a:solidFill>
                <a:latin typeface="Cambria" pitchFamily="34" charset="0"/>
                <a:ea typeface="Cambria" pitchFamily="34" charset="-122"/>
                <a:cs typeface="Cambria" pitchFamily="34" charset="-120"/>
              </a:rPr>
              <a:t>Step 1</a:t>
            </a:r>
            <a:endParaRPr lang="en-US" sz="1200" dirty="0"/>
          </a:p>
        </p:txBody>
      </p:sp>
      <p:sp>
        <p:nvSpPr>
          <p:cNvPr id="4" name="Text 2">
            <a:extLst>
              <a:ext uri="{FF2B5EF4-FFF2-40B4-BE49-F238E27FC236}">
                <a16:creationId xmlns:a16="http://schemas.microsoft.com/office/drawing/2014/main" id="{1AD58B62-166D-CB87-001C-5F79D86180C2}"/>
              </a:ext>
            </a:extLst>
          </p:cNvPr>
          <p:cNvSpPr/>
          <p:nvPr/>
        </p:nvSpPr>
        <p:spPr>
          <a:xfrm>
            <a:off x="411480" y="384048"/>
            <a:ext cx="8229600" cy="438912"/>
          </a:xfrm>
          <a:prstGeom prst="rect">
            <a:avLst/>
          </a:prstGeom>
          <a:noFill/>
          <a:ln/>
        </p:spPr>
        <p:txBody>
          <a:bodyPr wrap="square" lIns="0" tIns="0" rIns="0" bIns="0" rtlCol="0" anchor="ctr"/>
          <a:lstStyle/>
          <a:p>
            <a:r>
              <a:rPr lang="en-US" sz="2400" b="1" dirty="0">
                <a:solidFill>
                  <a:schemeClr val="bg1"/>
                </a:solidFill>
              </a:rPr>
              <a:t>Core Components of Framework</a:t>
            </a:r>
            <a:endParaRPr lang="en-US" sz="2100" dirty="0"/>
          </a:p>
        </p:txBody>
      </p:sp>
      <p:sp>
        <p:nvSpPr>
          <p:cNvPr id="5" name="Text 3">
            <a:extLst>
              <a:ext uri="{FF2B5EF4-FFF2-40B4-BE49-F238E27FC236}">
                <a16:creationId xmlns:a16="http://schemas.microsoft.com/office/drawing/2014/main" id="{57B0332D-46B1-1032-5FB6-0D9EDE283A96}"/>
              </a:ext>
            </a:extLst>
          </p:cNvPr>
          <p:cNvSpPr/>
          <p:nvPr/>
        </p:nvSpPr>
        <p:spPr>
          <a:xfrm>
            <a:off x="8229600" y="274320"/>
            <a:ext cx="685800" cy="365760"/>
          </a:xfrm>
          <a:prstGeom prst="rect">
            <a:avLst/>
          </a:prstGeom>
          <a:noFill/>
          <a:ln/>
        </p:spPr>
        <p:txBody>
          <a:bodyPr wrap="square" lIns="0" tIns="0" rIns="0" bIns="0" rtlCol="0" anchor="ctr"/>
          <a:lstStyle/>
          <a:p>
            <a:pPr marL="0" indent="0" algn="r">
              <a:buNone/>
            </a:pPr>
            <a:r>
              <a:rPr lang="en-US" sz="1800" b="1" dirty="0">
                <a:solidFill>
                  <a:srgbClr val="E8A838"/>
                </a:solidFill>
                <a:latin typeface="Calibri" pitchFamily="34" charset="0"/>
                <a:ea typeface="Calibri" pitchFamily="34" charset="-122"/>
                <a:cs typeface="Calibri" pitchFamily="34" charset="-120"/>
              </a:rPr>
              <a:t>02</a:t>
            </a:r>
            <a:endParaRPr lang="en-US" sz="1800" dirty="0"/>
          </a:p>
        </p:txBody>
      </p:sp>
      <p:sp>
        <p:nvSpPr>
          <p:cNvPr id="7" name="Text 5">
            <a:extLst>
              <a:ext uri="{FF2B5EF4-FFF2-40B4-BE49-F238E27FC236}">
                <a16:creationId xmlns:a16="http://schemas.microsoft.com/office/drawing/2014/main" id="{30419BE5-D44F-044B-A799-5A449453994A}"/>
              </a:ext>
            </a:extLst>
          </p:cNvPr>
          <p:cNvSpPr/>
          <p:nvPr/>
        </p:nvSpPr>
        <p:spPr>
          <a:xfrm>
            <a:off x="502920" y="1447455"/>
            <a:ext cx="8229600" cy="566928"/>
          </a:xfrm>
          <a:prstGeom prst="rect">
            <a:avLst/>
          </a:prstGeom>
          <a:noFill/>
          <a:ln/>
        </p:spPr>
        <p:txBody>
          <a:bodyPr wrap="square" lIns="0" tIns="0" rIns="0" bIns="0" rtlCol="0" anchor="ctr"/>
          <a:lstStyle/>
          <a:p>
            <a:endParaRPr lang="en-US" sz="1200" dirty="0">
              <a:solidFill>
                <a:schemeClr val="bg1"/>
              </a:solidFill>
            </a:endParaRPr>
          </a:p>
        </p:txBody>
      </p:sp>
      <p:sp>
        <p:nvSpPr>
          <p:cNvPr id="31" name="Shape 29">
            <a:extLst>
              <a:ext uri="{FF2B5EF4-FFF2-40B4-BE49-F238E27FC236}">
                <a16:creationId xmlns:a16="http://schemas.microsoft.com/office/drawing/2014/main" id="{923C2E3C-B40B-616A-8ED9-4E94FA5ECD3E}"/>
              </a:ext>
            </a:extLst>
          </p:cNvPr>
          <p:cNvSpPr/>
          <p:nvPr/>
        </p:nvSpPr>
        <p:spPr>
          <a:xfrm>
            <a:off x="320040" y="1207008"/>
            <a:ext cx="8503920" cy="3221391"/>
          </a:xfrm>
          <a:prstGeom prst="rect">
            <a:avLst/>
          </a:prstGeom>
          <a:solidFill>
            <a:srgbClr val="1A2B52"/>
          </a:solidFill>
          <a:ln w="12700">
            <a:solidFill>
              <a:srgbClr val="1A2B52"/>
            </a:solidFill>
            <a:prstDash val="solid"/>
          </a:ln>
        </p:spPr>
        <p:txBody>
          <a:bodyPr/>
          <a:lstStyle/>
          <a:p>
            <a:endParaRPr lang="en-US"/>
          </a:p>
        </p:txBody>
      </p:sp>
      <p:sp>
        <p:nvSpPr>
          <p:cNvPr id="32" name="Text 30">
            <a:extLst>
              <a:ext uri="{FF2B5EF4-FFF2-40B4-BE49-F238E27FC236}">
                <a16:creationId xmlns:a16="http://schemas.microsoft.com/office/drawing/2014/main" id="{98ECE390-637F-4DB3-7C22-9735984A7F19}"/>
              </a:ext>
            </a:extLst>
          </p:cNvPr>
          <p:cNvSpPr/>
          <p:nvPr/>
        </p:nvSpPr>
        <p:spPr>
          <a:xfrm>
            <a:off x="547288" y="2116318"/>
            <a:ext cx="8229600" cy="201168"/>
          </a:xfrm>
          <a:prstGeom prst="rect">
            <a:avLst/>
          </a:prstGeom>
          <a:noFill/>
          <a:ln/>
        </p:spPr>
        <p:txBody>
          <a:bodyPr wrap="square" lIns="0" tIns="0" rIns="0" bIns="0" rtlCol="0" anchor="ctr"/>
          <a:lstStyle/>
          <a:p>
            <a:endParaRPr lang="en-US" sz="1400" dirty="0">
              <a:solidFill>
                <a:schemeClr val="bg1"/>
              </a:solidFill>
            </a:endParaRPr>
          </a:p>
        </p:txBody>
      </p:sp>
      <p:sp>
        <p:nvSpPr>
          <p:cNvPr id="42" name="Text 40">
            <a:extLst>
              <a:ext uri="{FF2B5EF4-FFF2-40B4-BE49-F238E27FC236}">
                <a16:creationId xmlns:a16="http://schemas.microsoft.com/office/drawing/2014/main" id="{37088ECC-3EAB-9EA3-F328-493E69101B4B}"/>
              </a:ext>
            </a:extLst>
          </p:cNvPr>
          <p:cNvSpPr/>
          <p:nvPr/>
        </p:nvSpPr>
        <p:spPr>
          <a:xfrm>
            <a:off x="5001768" y="3584448"/>
            <a:ext cx="4114800" cy="237744"/>
          </a:xfrm>
          <a:prstGeom prst="rect">
            <a:avLst/>
          </a:prstGeom>
          <a:noFill/>
          <a:ln/>
        </p:spPr>
        <p:txBody>
          <a:bodyPr wrap="square" lIns="0" tIns="0" rIns="0" bIns="0" rtlCol="0" anchor="ctr"/>
          <a:lstStyle/>
          <a:p>
            <a:pPr marL="0" indent="0">
              <a:buNone/>
            </a:pPr>
            <a:endParaRPr lang="en-US" sz="1050" dirty="0"/>
          </a:p>
        </p:txBody>
      </p:sp>
      <p:sp>
        <p:nvSpPr>
          <p:cNvPr id="49" name="Shape 47">
            <a:extLst>
              <a:ext uri="{FF2B5EF4-FFF2-40B4-BE49-F238E27FC236}">
                <a16:creationId xmlns:a16="http://schemas.microsoft.com/office/drawing/2014/main" id="{C1C5D39E-D310-C4F0-8A93-2E84909C2C3B}"/>
              </a:ext>
            </a:extLst>
          </p:cNvPr>
          <p:cNvSpPr/>
          <p:nvPr/>
        </p:nvSpPr>
        <p:spPr>
          <a:xfrm>
            <a:off x="0" y="4892040"/>
            <a:ext cx="9144000" cy="251460"/>
          </a:xfrm>
          <a:prstGeom prst="rect">
            <a:avLst/>
          </a:prstGeom>
          <a:solidFill>
            <a:srgbClr val="1A2B52"/>
          </a:solidFill>
          <a:ln w="12700">
            <a:solidFill>
              <a:srgbClr val="1A2B52"/>
            </a:solidFill>
            <a:prstDash val="solid"/>
          </a:ln>
        </p:spPr>
        <p:txBody>
          <a:bodyPr/>
          <a:lstStyle/>
          <a:p>
            <a:endParaRPr lang="en-US"/>
          </a:p>
        </p:txBody>
      </p:sp>
      <p:sp>
        <p:nvSpPr>
          <p:cNvPr id="50" name="Text 48">
            <a:extLst>
              <a:ext uri="{FF2B5EF4-FFF2-40B4-BE49-F238E27FC236}">
                <a16:creationId xmlns:a16="http://schemas.microsoft.com/office/drawing/2014/main" id="{FF65FE32-54E6-B2CC-6397-7C4F21D0EC09}"/>
              </a:ext>
            </a:extLst>
          </p:cNvPr>
          <p:cNvSpPr/>
          <p:nvPr/>
        </p:nvSpPr>
        <p:spPr>
          <a:xfrm>
            <a:off x="320040" y="4910328"/>
            <a:ext cx="8503920" cy="201168"/>
          </a:xfrm>
          <a:prstGeom prst="rect">
            <a:avLst/>
          </a:prstGeom>
          <a:noFill/>
          <a:ln/>
        </p:spPr>
        <p:txBody>
          <a:bodyPr wrap="square" lIns="0" tIns="0" rIns="0" bIns="0" rtlCol="0" anchor="ctr"/>
          <a:lstStyle/>
          <a:p>
            <a:pPr marL="0" indent="0">
              <a:buNone/>
            </a:pPr>
            <a:r>
              <a:rPr lang="en-US" sz="800" dirty="0">
                <a:solidFill>
                  <a:srgbClr val="A0BED8"/>
                </a:solidFill>
                <a:latin typeface="Calibri" pitchFamily="34" charset="0"/>
                <a:ea typeface="Calibri" pitchFamily="34" charset="-122"/>
                <a:cs typeface="Calibri" pitchFamily="34" charset="-120"/>
              </a:rPr>
              <a:t>Financial Services Cloud  |  IDA Overview</a:t>
            </a:r>
            <a:endParaRPr lang="en-US" sz="800" dirty="0"/>
          </a:p>
        </p:txBody>
      </p:sp>
      <p:graphicFrame>
        <p:nvGraphicFramePr>
          <p:cNvPr id="6" name="Table 5">
            <a:extLst>
              <a:ext uri="{FF2B5EF4-FFF2-40B4-BE49-F238E27FC236}">
                <a16:creationId xmlns:a16="http://schemas.microsoft.com/office/drawing/2014/main" id="{040E2620-BA4D-CE4C-E36B-CA38F2F21EAC}"/>
              </a:ext>
            </a:extLst>
          </p:cNvPr>
          <p:cNvGraphicFramePr>
            <a:graphicFrameLocks noGrp="1"/>
          </p:cNvGraphicFramePr>
          <p:nvPr>
            <p:extLst>
              <p:ext uri="{D42A27DB-BD31-4B8C-83A1-F6EECF244321}">
                <p14:modId xmlns:p14="http://schemas.microsoft.com/office/powerpoint/2010/main" val="4188353725"/>
              </p:ext>
            </p:extLst>
          </p:nvPr>
        </p:nvGraphicFramePr>
        <p:xfrm>
          <a:off x="1382861" y="1265447"/>
          <a:ext cx="7349661" cy="3263954"/>
        </p:xfrm>
        <a:graphic>
          <a:graphicData uri="http://schemas.openxmlformats.org/drawingml/2006/table">
            <a:tbl>
              <a:tblPr/>
              <a:tblGrid>
                <a:gridCol w="2449887">
                  <a:extLst>
                    <a:ext uri="{9D8B030D-6E8A-4147-A177-3AD203B41FA5}">
                      <a16:colId xmlns:a16="http://schemas.microsoft.com/office/drawing/2014/main" val="3662234923"/>
                    </a:ext>
                  </a:extLst>
                </a:gridCol>
                <a:gridCol w="2449887">
                  <a:extLst>
                    <a:ext uri="{9D8B030D-6E8A-4147-A177-3AD203B41FA5}">
                      <a16:colId xmlns:a16="http://schemas.microsoft.com/office/drawing/2014/main" val="4283842057"/>
                    </a:ext>
                  </a:extLst>
                </a:gridCol>
                <a:gridCol w="2449887">
                  <a:extLst>
                    <a:ext uri="{9D8B030D-6E8A-4147-A177-3AD203B41FA5}">
                      <a16:colId xmlns:a16="http://schemas.microsoft.com/office/drawing/2014/main" val="4267088454"/>
                    </a:ext>
                  </a:extLst>
                </a:gridCol>
              </a:tblGrid>
              <a:tr h="241653">
                <a:tc>
                  <a:txBody>
                    <a:bodyPr/>
                    <a:lstStyle/>
                    <a:p>
                      <a:pPr>
                        <a:buNone/>
                      </a:pPr>
                      <a:r>
                        <a:rPr lang="en-US" sz="1200" dirty="0">
                          <a:solidFill>
                            <a:schemeClr val="bg1"/>
                          </a:solidFill>
                        </a:rPr>
                        <a:t>Core Component</a:t>
                      </a:r>
                    </a:p>
                  </a:txBody>
                  <a:tcPr marL="60413" marR="60413" marT="30207" marB="30207" anchor="ctr">
                    <a:lnL>
                      <a:noFill/>
                    </a:lnL>
                    <a:lnR>
                      <a:noFill/>
                    </a:lnR>
                    <a:lnT>
                      <a:noFill/>
                    </a:lnT>
                    <a:lnB>
                      <a:noFill/>
                    </a:lnB>
                    <a:noFill/>
                  </a:tcPr>
                </a:tc>
                <a:tc>
                  <a:txBody>
                    <a:bodyPr/>
                    <a:lstStyle/>
                    <a:p>
                      <a:pPr>
                        <a:buNone/>
                      </a:pPr>
                      <a:r>
                        <a:rPr lang="en-US" sz="1200">
                          <a:solidFill>
                            <a:schemeClr val="bg1"/>
                          </a:solidFill>
                        </a:rPr>
                        <a:t>Description</a:t>
                      </a:r>
                    </a:p>
                  </a:txBody>
                  <a:tcPr marL="60413" marR="60413" marT="30207" marB="30207" anchor="ctr">
                    <a:lnL>
                      <a:noFill/>
                    </a:lnL>
                    <a:lnR>
                      <a:noFill/>
                    </a:lnR>
                    <a:lnT>
                      <a:noFill/>
                    </a:lnT>
                    <a:lnB>
                      <a:noFill/>
                    </a:lnB>
                    <a:noFill/>
                  </a:tcPr>
                </a:tc>
                <a:tc>
                  <a:txBody>
                    <a:bodyPr/>
                    <a:lstStyle/>
                    <a:p>
                      <a:pPr>
                        <a:buNone/>
                      </a:pPr>
                      <a:r>
                        <a:rPr lang="en-US" sz="1200">
                          <a:solidFill>
                            <a:schemeClr val="bg1"/>
                          </a:solidFill>
                        </a:rPr>
                        <a:t>Example</a:t>
                      </a:r>
                    </a:p>
                  </a:txBody>
                  <a:tcPr marL="60413" marR="60413" marT="30207" marB="30207" anchor="ctr">
                    <a:lnL>
                      <a:noFill/>
                    </a:lnL>
                    <a:lnR>
                      <a:noFill/>
                    </a:lnR>
                    <a:lnT>
                      <a:noFill/>
                    </a:lnT>
                    <a:lnB>
                      <a:noFill/>
                    </a:lnB>
                    <a:noFill/>
                  </a:tcPr>
                </a:tc>
                <a:extLst>
                  <a:ext uri="{0D108BD9-81ED-4DB2-BD59-A6C34878D82A}">
                    <a16:rowId xmlns:a16="http://schemas.microsoft.com/office/drawing/2014/main" val="1131720453"/>
                  </a:ext>
                </a:extLst>
              </a:tr>
              <a:tr h="604132">
                <a:tc>
                  <a:txBody>
                    <a:bodyPr/>
                    <a:lstStyle/>
                    <a:p>
                      <a:pPr>
                        <a:buNone/>
                      </a:pPr>
                      <a:r>
                        <a:rPr lang="en-US" sz="1200" b="1" dirty="0">
                          <a:solidFill>
                            <a:schemeClr val="bg1"/>
                          </a:solidFill>
                        </a:rPr>
                        <a:t>Data Use Legal Basis</a:t>
                      </a:r>
                      <a:endParaRPr lang="en-US" sz="1200" dirty="0">
                        <a:solidFill>
                          <a:schemeClr val="bg1"/>
                        </a:solidFill>
                      </a:endParaRPr>
                    </a:p>
                  </a:txBody>
                  <a:tcPr marL="60413" marR="60413" marT="30207" marB="30207" anchor="ctr">
                    <a:lnL>
                      <a:noFill/>
                    </a:lnL>
                    <a:lnR>
                      <a:noFill/>
                    </a:lnR>
                    <a:lnT>
                      <a:noFill/>
                    </a:lnT>
                    <a:lnB>
                      <a:noFill/>
                    </a:lnB>
                    <a:noFill/>
                  </a:tcPr>
                </a:tc>
                <a:tc>
                  <a:txBody>
                    <a:bodyPr/>
                    <a:lstStyle/>
                    <a:p>
                      <a:pPr>
                        <a:buNone/>
                      </a:pPr>
                      <a:r>
                        <a:rPr lang="en-US" sz="1200" dirty="0">
                          <a:solidFill>
                            <a:schemeClr val="bg1"/>
                          </a:solidFill>
                        </a:rPr>
                        <a:t>Defines the legal justification for processing customer data.</a:t>
                      </a:r>
                    </a:p>
                  </a:txBody>
                  <a:tcPr marL="60413" marR="60413" marT="30207" marB="30207" anchor="ctr">
                    <a:lnL>
                      <a:noFill/>
                    </a:lnL>
                    <a:lnR>
                      <a:noFill/>
                    </a:lnR>
                    <a:lnT>
                      <a:noFill/>
                    </a:lnT>
                    <a:lnB>
                      <a:noFill/>
                    </a:lnB>
                    <a:noFill/>
                  </a:tcPr>
                </a:tc>
                <a:tc>
                  <a:txBody>
                    <a:bodyPr/>
                    <a:lstStyle/>
                    <a:p>
                      <a:pPr>
                        <a:buNone/>
                      </a:pPr>
                      <a:r>
                        <a:rPr lang="en-US" sz="1200">
                          <a:solidFill>
                            <a:schemeClr val="bg1"/>
                          </a:solidFill>
                        </a:rPr>
                        <a:t>Regulatory </a:t>
                      </a:r>
                      <a:r>
                        <a:rPr lang="en-US" sz="1200" dirty="0">
                          <a:solidFill>
                            <a:schemeClr val="bg1"/>
                          </a:solidFill>
                        </a:rPr>
                        <a:t>Requirement</a:t>
                      </a:r>
                    </a:p>
                  </a:txBody>
                  <a:tcPr marL="60413" marR="60413" marT="30207" marB="30207" anchor="ctr">
                    <a:lnL>
                      <a:noFill/>
                    </a:lnL>
                    <a:lnR>
                      <a:noFill/>
                    </a:lnR>
                    <a:lnT>
                      <a:noFill/>
                    </a:lnT>
                    <a:lnB>
                      <a:noFill/>
                    </a:lnB>
                    <a:noFill/>
                  </a:tcPr>
                </a:tc>
                <a:extLst>
                  <a:ext uri="{0D108BD9-81ED-4DB2-BD59-A6C34878D82A}">
                    <a16:rowId xmlns:a16="http://schemas.microsoft.com/office/drawing/2014/main" val="2586884310"/>
                  </a:ext>
                </a:extLst>
              </a:tr>
              <a:tr h="604132">
                <a:tc>
                  <a:txBody>
                    <a:bodyPr/>
                    <a:lstStyle/>
                    <a:p>
                      <a:pPr>
                        <a:buNone/>
                      </a:pPr>
                      <a:r>
                        <a:rPr lang="en-US" sz="1200" b="1">
                          <a:solidFill>
                            <a:schemeClr val="bg1"/>
                          </a:solidFill>
                        </a:rPr>
                        <a:t>Data Use Purpose</a:t>
                      </a:r>
                      <a:endParaRPr lang="en-US" sz="1200">
                        <a:solidFill>
                          <a:schemeClr val="bg1"/>
                        </a:solidFill>
                      </a:endParaRPr>
                    </a:p>
                  </a:txBody>
                  <a:tcPr marL="60413" marR="60413" marT="30207" marB="30207" anchor="ctr">
                    <a:lnL>
                      <a:noFill/>
                    </a:lnL>
                    <a:lnR>
                      <a:noFill/>
                    </a:lnR>
                    <a:lnT>
                      <a:noFill/>
                    </a:lnT>
                    <a:lnB>
                      <a:noFill/>
                    </a:lnB>
                    <a:noFill/>
                  </a:tcPr>
                </a:tc>
                <a:tc>
                  <a:txBody>
                    <a:bodyPr/>
                    <a:lstStyle/>
                    <a:p>
                      <a:pPr>
                        <a:buNone/>
                      </a:pPr>
                      <a:r>
                        <a:rPr lang="en-US" sz="1200">
                          <a:solidFill>
                            <a:schemeClr val="bg1"/>
                          </a:solidFill>
                        </a:rPr>
                        <a:t>Specifies why the organization is using customer data.</a:t>
                      </a:r>
                    </a:p>
                  </a:txBody>
                  <a:tcPr marL="60413" marR="60413" marT="30207" marB="30207" anchor="ctr">
                    <a:lnL>
                      <a:noFill/>
                    </a:lnL>
                    <a:lnR>
                      <a:noFill/>
                    </a:lnR>
                    <a:lnT>
                      <a:noFill/>
                    </a:lnT>
                    <a:lnB>
                      <a:noFill/>
                    </a:lnB>
                    <a:noFill/>
                  </a:tcPr>
                </a:tc>
                <a:tc>
                  <a:txBody>
                    <a:bodyPr/>
                    <a:lstStyle/>
                    <a:p>
                      <a:pPr>
                        <a:buNone/>
                      </a:pPr>
                      <a:r>
                        <a:rPr lang="en-US" sz="1200" dirty="0">
                          <a:solidFill>
                            <a:schemeClr val="bg1"/>
                          </a:solidFill>
                        </a:rPr>
                        <a:t>Marketing Offers, Fraud Detection</a:t>
                      </a:r>
                    </a:p>
                  </a:txBody>
                  <a:tcPr marL="60413" marR="60413" marT="30207" marB="30207" anchor="ctr">
                    <a:lnL>
                      <a:noFill/>
                    </a:lnL>
                    <a:lnR>
                      <a:noFill/>
                    </a:lnR>
                    <a:lnT>
                      <a:noFill/>
                    </a:lnT>
                    <a:lnB>
                      <a:noFill/>
                    </a:lnB>
                    <a:noFill/>
                  </a:tcPr>
                </a:tc>
                <a:extLst>
                  <a:ext uri="{0D108BD9-81ED-4DB2-BD59-A6C34878D82A}">
                    <a16:rowId xmlns:a16="http://schemas.microsoft.com/office/drawing/2014/main" val="2797375044"/>
                  </a:ext>
                </a:extLst>
              </a:tr>
              <a:tr h="604132">
                <a:tc>
                  <a:txBody>
                    <a:bodyPr/>
                    <a:lstStyle/>
                    <a:p>
                      <a:pPr>
                        <a:buNone/>
                      </a:pPr>
                      <a:r>
                        <a:rPr lang="en-US" sz="1200" b="1">
                          <a:solidFill>
                            <a:schemeClr val="bg1"/>
                          </a:solidFill>
                        </a:rPr>
                        <a:t>Authorization Form</a:t>
                      </a:r>
                      <a:endParaRPr lang="en-US" sz="1200">
                        <a:solidFill>
                          <a:schemeClr val="bg1"/>
                        </a:solidFill>
                      </a:endParaRPr>
                    </a:p>
                  </a:txBody>
                  <a:tcPr marL="60413" marR="60413" marT="30207" marB="30207" anchor="ctr">
                    <a:lnL>
                      <a:noFill/>
                    </a:lnL>
                    <a:lnR>
                      <a:noFill/>
                    </a:lnR>
                    <a:lnT>
                      <a:noFill/>
                    </a:lnT>
                    <a:lnB>
                      <a:noFill/>
                    </a:lnB>
                    <a:noFill/>
                  </a:tcPr>
                </a:tc>
                <a:tc>
                  <a:txBody>
                    <a:bodyPr/>
                    <a:lstStyle/>
                    <a:p>
                      <a:pPr>
                        <a:buNone/>
                      </a:pPr>
                      <a:r>
                        <a:rPr lang="en-US" sz="1200">
                          <a:solidFill>
                            <a:schemeClr val="bg1"/>
                          </a:solidFill>
                        </a:rPr>
                        <a:t>Template of the document that customers must review and approve.</a:t>
                      </a:r>
                    </a:p>
                  </a:txBody>
                  <a:tcPr marL="60413" marR="60413" marT="30207" marB="30207" anchor="ctr">
                    <a:lnL>
                      <a:noFill/>
                    </a:lnL>
                    <a:lnR>
                      <a:noFill/>
                    </a:lnR>
                    <a:lnT>
                      <a:noFill/>
                    </a:lnT>
                    <a:lnB>
                      <a:noFill/>
                    </a:lnB>
                    <a:noFill/>
                  </a:tcPr>
                </a:tc>
                <a:tc>
                  <a:txBody>
                    <a:bodyPr/>
                    <a:lstStyle/>
                    <a:p>
                      <a:pPr>
                        <a:buNone/>
                      </a:pPr>
                      <a:r>
                        <a:rPr lang="en-US" sz="1200" dirty="0">
                          <a:solidFill>
                            <a:schemeClr val="bg1"/>
                          </a:solidFill>
                        </a:rPr>
                        <a:t>Data Sharing Consent Form</a:t>
                      </a:r>
                    </a:p>
                  </a:txBody>
                  <a:tcPr marL="60413" marR="60413" marT="30207" marB="30207" anchor="ctr">
                    <a:lnL>
                      <a:noFill/>
                    </a:lnL>
                    <a:lnR>
                      <a:noFill/>
                    </a:lnR>
                    <a:lnT>
                      <a:noFill/>
                    </a:lnT>
                    <a:lnB>
                      <a:noFill/>
                    </a:lnB>
                    <a:noFill/>
                  </a:tcPr>
                </a:tc>
                <a:extLst>
                  <a:ext uri="{0D108BD9-81ED-4DB2-BD59-A6C34878D82A}">
                    <a16:rowId xmlns:a16="http://schemas.microsoft.com/office/drawing/2014/main" val="3634786258"/>
                  </a:ext>
                </a:extLst>
              </a:tr>
              <a:tr h="604132">
                <a:tc>
                  <a:txBody>
                    <a:bodyPr/>
                    <a:lstStyle/>
                    <a:p>
                      <a:pPr>
                        <a:buNone/>
                      </a:pPr>
                      <a:r>
                        <a:rPr lang="en-US" sz="1200" b="1">
                          <a:solidFill>
                            <a:schemeClr val="bg1"/>
                          </a:solidFill>
                        </a:rPr>
                        <a:t>Authorization Form Text</a:t>
                      </a:r>
                      <a:endParaRPr lang="en-US" sz="1200">
                        <a:solidFill>
                          <a:schemeClr val="bg1"/>
                        </a:solidFill>
                      </a:endParaRPr>
                    </a:p>
                  </a:txBody>
                  <a:tcPr marL="60413" marR="60413" marT="30207" marB="30207" anchor="ctr">
                    <a:lnL>
                      <a:noFill/>
                    </a:lnL>
                    <a:lnR>
                      <a:noFill/>
                    </a:lnR>
                    <a:lnT>
                      <a:noFill/>
                    </a:lnT>
                    <a:lnB>
                      <a:noFill/>
                    </a:lnB>
                    <a:noFill/>
                  </a:tcPr>
                </a:tc>
                <a:tc>
                  <a:txBody>
                    <a:bodyPr/>
                    <a:lstStyle/>
                    <a:p>
                      <a:pPr>
                        <a:buNone/>
                      </a:pPr>
                      <a:r>
                        <a:rPr lang="en-US" sz="1200">
                          <a:solidFill>
                            <a:schemeClr val="bg1"/>
                          </a:solidFill>
                        </a:rPr>
                        <a:t>Legal disclosure language displayed to the customer within the form.</a:t>
                      </a:r>
                    </a:p>
                  </a:txBody>
                  <a:tcPr marL="60413" marR="60413" marT="30207" marB="30207" anchor="ctr">
                    <a:lnL>
                      <a:noFill/>
                    </a:lnL>
                    <a:lnR>
                      <a:noFill/>
                    </a:lnR>
                    <a:lnT>
                      <a:noFill/>
                    </a:lnT>
                    <a:lnB>
                      <a:noFill/>
                    </a:lnB>
                    <a:noFill/>
                  </a:tcPr>
                </a:tc>
                <a:tc>
                  <a:txBody>
                    <a:bodyPr/>
                    <a:lstStyle/>
                    <a:p>
                      <a:pPr>
                        <a:buNone/>
                      </a:pPr>
                      <a:r>
                        <a:rPr lang="en-US" sz="1200">
                          <a:solidFill>
                            <a:schemeClr val="bg1"/>
                          </a:solidFill>
                        </a:rPr>
                        <a:t>“I authorize the bank to process my financial data.”</a:t>
                      </a:r>
                    </a:p>
                  </a:txBody>
                  <a:tcPr marL="60413" marR="60413" marT="30207" marB="30207" anchor="ctr">
                    <a:lnL>
                      <a:noFill/>
                    </a:lnL>
                    <a:lnR>
                      <a:noFill/>
                    </a:lnR>
                    <a:lnT>
                      <a:noFill/>
                    </a:lnT>
                    <a:lnB>
                      <a:noFill/>
                    </a:lnB>
                    <a:noFill/>
                  </a:tcPr>
                </a:tc>
                <a:extLst>
                  <a:ext uri="{0D108BD9-81ED-4DB2-BD59-A6C34878D82A}">
                    <a16:rowId xmlns:a16="http://schemas.microsoft.com/office/drawing/2014/main" val="1380087075"/>
                  </a:ext>
                </a:extLst>
              </a:tr>
              <a:tr h="604132">
                <a:tc>
                  <a:txBody>
                    <a:bodyPr/>
                    <a:lstStyle/>
                    <a:p>
                      <a:pPr>
                        <a:buNone/>
                      </a:pPr>
                      <a:r>
                        <a:rPr lang="en-US" sz="1200" b="1">
                          <a:solidFill>
                            <a:schemeClr val="bg1"/>
                          </a:solidFill>
                        </a:rPr>
                        <a:t>Information Authorization Request</a:t>
                      </a:r>
                      <a:endParaRPr lang="en-US" sz="1200">
                        <a:solidFill>
                          <a:schemeClr val="bg1"/>
                        </a:solidFill>
                      </a:endParaRPr>
                    </a:p>
                  </a:txBody>
                  <a:tcPr marL="60413" marR="60413" marT="30207" marB="30207" anchor="ctr">
                    <a:lnL>
                      <a:noFill/>
                    </a:lnL>
                    <a:lnR>
                      <a:noFill/>
                    </a:lnR>
                    <a:lnT>
                      <a:noFill/>
                    </a:lnT>
                    <a:lnB>
                      <a:noFill/>
                    </a:lnB>
                    <a:noFill/>
                  </a:tcPr>
                </a:tc>
                <a:tc>
                  <a:txBody>
                    <a:bodyPr/>
                    <a:lstStyle/>
                    <a:p>
                      <a:pPr>
                        <a:buNone/>
                      </a:pPr>
                      <a:r>
                        <a:rPr lang="en-US" sz="1200">
                          <a:solidFill>
                            <a:schemeClr val="bg1"/>
                          </a:solidFill>
                        </a:rPr>
                        <a:t>Record that tracks a specific consent request sent to a customer.</a:t>
                      </a:r>
                    </a:p>
                  </a:txBody>
                  <a:tcPr marL="60413" marR="60413" marT="30207" marB="30207" anchor="ctr">
                    <a:lnL>
                      <a:noFill/>
                    </a:lnL>
                    <a:lnR>
                      <a:noFill/>
                    </a:lnR>
                    <a:lnT>
                      <a:noFill/>
                    </a:lnT>
                    <a:lnB>
                      <a:noFill/>
                    </a:lnB>
                    <a:noFill/>
                  </a:tcPr>
                </a:tc>
                <a:tc>
                  <a:txBody>
                    <a:bodyPr/>
                    <a:lstStyle/>
                    <a:p>
                      <a:pPr>
                        <a:buNone/>
                      </a:pPr>
                      <a:r>
                        <a:rPr lang="en-US" sz="1200" dirty="0">
                          <a:solidFill>
                            <a:schemeClr val="bg1"/>
                          </a:solidFill>
                        </a:rPr>
                        <a:t>Consent request sent to John Smith</a:t>
                      </a:r>
                    </a:p>
                  </a:txBody>
                  <a:tcPr marL="60413" marR="60413" marT="30207" marB="30207" anchor="ctr">
                    <a:lnL>
                      <a:noFill/>
                    </a:lnL>
                    <a:lnR>
                      <a:noFill/>
                    </a:lnR>
                    <a:lnT>
                      <a:noFill/>
                    </a:lnT>
                    <a:lnB>
                      <a:noFill/>
                    </a:lnB>
                    <a:noFill/>
                  </a:tcPr>
                </a:tc>
                <a:extLst>
                  <a:ext uri="{0D108BD9-81ED-4DB2-BD59-A6C34878D82A}">
                    <a16:rowId xmlns:a16="http://schemas.microsoft.com/office/drawing/2014/main" val="2938030244"/>
                  </a:ext>
                </a:extLst>
              </a:tr>
            </a:tbl>
          </a:graphicData>
        </a:graphic>
      </p:graphicFrame>
    </p:spTree>
    <p:extLst>
      <p:ext uri="{BB962C8B-B14F-4D97-AF65-F5344CB8AC3E}">
        <p14:creationId xmlns:p14="http://schemas.microsoft.com/office/powerpoint/2010/main" val="40651696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5EC4FAED17FD4FA002B715A7CB3129" ma:contentTypeVersion="19" ma:contentTypeDescription="Create a new document." ma:contentTypeScope="" ma:versionID="fc607e3a73fbd72e1e6558e9065345a3">
  <xsd:schema xmlns:xsd="http://www.w3.org/2001/XMLSchema" xmlns:xs="http://www.w3.org/2001/XMLSchema" xmlns:p="http://schemas.microsoft.com/office/2006/metadata/properties" xmlns:ns2="92e4be8c-5aca-45ec-8e17-deab1f90d7c8" xmlns:ns3="92b31412-8c8f-44f1-a883-141cef3f34cc" targetNamespace="http://schemas.microsoft.com/office/2006/metadata/properties" ma:root="true" ma:fieldsID="33e2405e61dc50088f30f9e2951fba88" ns2:_="" ns3:_="">
    <xsd:import namespace="92e4be8c-5aca-45ec-8e17-deab1f90d7c8"/>
    <xsd:import namespace="92b31412-8c8f-44f1-a883-141cef3f34cc"/>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AutoKeyPoints" minOccurs="0"/>
                <xsd:element ref="ns3:MediaServiceKeyPoints" minOccurs="0"/>
                <xsd:element ref="ns3:Duration" minOccurs="0"/>
                <xsd:element ref="ns3:MediaLengthInSeconds" minOccurs="0"/>
                <xsd:element ref="ns3:MediaServiceLocation" minOccurs="0"/>
                <xsd:element ref="ns3:lcf76f155ced4ddcb4097134ff3c332f" minOccurs="0"/>
                <xsd:element ref="ns2:TaxCatchAll"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2e4be8c-5aca-45ec-8e17-deab1f90d7c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d795d2f5-1cbf-45cb-9409-0dc909a94953}" ma:internalName="TaxCatchAll" ma:showField="CatchAllData" ma:web="92e4be8c-5aca-45ec-8e17-deab1f90d7c8">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2b31412-8c8f-44f1-a883-141cef3f34cc"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Duration" ma:index="19" nillable="true" ma:displayName="Duration" ma:internalName="Duration">
      <xsd:simpleType>
        <xsd:restriction base="dms:Text">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c4206cbd-ed67-49c0-b8a0-af32ee4f262e" ma:termSetId="09814cd3-568e-fe90-9814-8d621ff8fb84" ma:anchorId="fba54fb3-c3e1-fe81-a776-ca4b69148c4d" ma:open="true" ma:isKeyword="false">
      <xsd:complexType>
        <xsd:sequence>
          <xsd:element ref="pc:Terms" minOccurs="0" maxOccurs="1"/>
        </xsd:sequence>
      </xsd:complex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2b31412-8c8f-44f1-a883-141cef3f34cc">
      <Terms xmlns="http://schemas.microsoft.com/office/infopath/2007/PartnerControls"/>
    </lcf76f155ced4ddcb4097134ff3c332f>
    <TaxCatchAll xmlns="92e4be8c-5aca-45ec-8e17-deab1f90d7c8" xsi:nil="true"/>
    <Duration xmlns="92b31412-8c8f-44f1-a883-141cef3f34cc" xsi:nil="true"/>
    <SharedWithUsers xmlns="92e4be8c-5aca-45ec-8e17-deab1f90d7c8">
      <UserInfo>
        <DisplayName/>
        <AccountId xsi:nil="true"/>
        <AccountType/>
      </UserInfo>
    </SharedWithUsers>
  </documentManagement>
</p:properties>
</file>

<file path=customXml/itemProps1.xml><?xml version="1.0" encoding="utf-8"?>
<ds:datastoreItem xmlns:ds="http://schemas.openxmlformats.org/officeDocument/2006/customXml" ds:itemID="{401D714E-BA7E-4202-9F60-AE7173A28928}"/>
</file>

<file path=customXml/itemProps2.xml><?xml version="1.0" encoding="utf-8"?>
<ds:datastoreItem xmlns:ds="http://schemas.openxmlformats.org/officeDocument/2006/customXml" ds:itemID="{319E3325-F9C9-4A85-BF62-71AE97B04B48}"/>
</file>

<file path=customXml/itemProps3.xml><?xml version="1.0" encoding="utf-8"?>
<ds:datastoreItem xmlns:ds="http://schemas.openxmlformats.org/officeDocument/2006/customXml" ds:itemID="{D3209EE8-F552-4F4A-AE32-AF6EC9F36618}"/>
</file>

<file path=docProps/app.xml><?xml version="1.0" encoding="utf-8"?>
<Properties xmlns="http://schemas.openxmlformats.org/officeDocument/2006/extended-properties" xmlns:vt="http://schemas.openxmlformats.org/officeDocument/2006/docPropsVTypes">
  <TotalTime>65</TotalTime>
  <Words>431</Words>
  <Application>Microsoft Office PowerPoint</Application>
  <PresentationFormat>On-screen Show (16:9)</PresentationFormat>
  <Paragraphs>51</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Cambria</vt:lpstr>
      <vt:lpstr>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PptxGenJS Presentation</dc:subject>
  <dc:creator>PptxGenJS</dc:creator>
  <cp:lastModifiedBy>Sim Aulakh</cp:lastModifiedBy>
  <cp:revision>1</cp:revision>
  <dcterms:created xsi:type="dcterms:W3CDTF">2026-03-07T18:28:55Z</dcterms:created>
  <dcterms:modified xsi:type="dcterms:W3CDTF">2026-03-07T19:38:12Z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0x010100AF5EC4FAED17FD4FA002B715A7CB3129</vt:lpwstr>
  </property>
  <property fmtid="{D5CDD505-2E9C-101B-9397-08002B2CF9AE}" pid="3" name="Order">
    <vt:r8>10733300</vt:r8>
  </property>
  <property fmtid="{D5CDD505-2E9C-101B-9397-08002B2CF9AE}" pid="4" name="TriggerFlowInfo">
    <vt:lpwstr/>
  </property>
  <property fmtid="{D5CDD505-2E9C-101B-9397-08002B2CF9AE}" pid="5" name="_SourceUrl">
    <vt:lpwstr/>
  </property>
  <property fmtid="{D5CDD505-2E9C-101B-9397-08002B2CF9AE}" pid="6" name="_SharedFileIndex">
    <vt:lpwstr/>
  </property>
  <property fmtid="{D5CDD505-2E9C-101B-9397-08002B2CF9AE}" pid="7" name="ComplianceAssetId">
    <vt:lpwstr/>
  </property>
  <property fmtid="{D5CDD505-2E9C-101B-9397-08002B2CF9AE}" pid="8" name="_ExtendedDescription">
    <vt:lpwstr/>
  </property>
</Properties>
</file>