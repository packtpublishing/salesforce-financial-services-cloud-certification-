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CE0E9DEC-6ECA-4D2B-9E81-522B3F6AC684}"/>
    <pc:docChg chg="delSld modSld sldOrd">
      <pc:chgData name="Sim Aulakh" userId="d6babfaf87fe36d4" providerId="LiveId" clId="{CE0E9DEC-6ECA-4D2B-9E81-522B3F6AC684}" dt="2026-02-19T18:57:53.330" v="3" actId="47"/>
      <pc:docMkLst>
        <pc:docMk/>
      </pc:docMkLst>
      <pc:sldChg chg="del">
        <pc:chgData name="Sim Aulakh" userId="d6babfaf87fe36d4" providerId="LiveId" clId="{CE0E9DEC-6ECA-4D2B-9E81-522B3F6AC684}" dt="2026-02-19T18:57:53.330" v="3" actId="47"/>
        <pc:sldMkLst>
          <pc:docMk/>
          <pc:sldMk cId="0" sldId="256"/>
        </pc:sldMkLst>
      </pc:sldChg>
      <pc:sldChg chg="ord">
        <pc:chgData name="Sim Aulakh" userId="d6babfaf87fe36d4" providerId="LiveId" clId="{CE0E9DEC-6ECA-4D2B-9E81-522B3F6AC684}" dt="2026-02-19T18:57:51.950" v="2"/>
        <pc:sldMkLst>
          <pc:docMk/>
          <pc:sldMk cId="0" sldId="261"/>
        </pc:sldMkLst>
      </pc:sldChg>
      <pc:sldChg chg="del">
        <pc:chgData name="Sim Aulakh" userId="d6babfaf87fe36d4" providerId="LiveId" clId="{CE0E9DEC-6ECA-4D2B-9E81-522B3F6AC684}" dt="2026-02-19T18:57:37.635" v="0" actId="4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29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Relationship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FSC objects connect across queries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91840" y="1143000"/>
            <a:ext cx="256032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Account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Household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2286000" cy="86868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ACR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834640"/>
            <a:ext cx="2560320" cy="86868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2852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AccountContact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(ACR)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355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· PrimaryGroup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286000" cy="868680"/>
          </a:xfrm>
          <a:prstGeom prst="rect">
            <a:avLst/>
          </a:prstGeom>
          <a:solidFill>
            <a:srgbClr val="6D2E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·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148840"/>
            <a:ext cx="0" cy="6858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3264408"/>
            <a:ext cx="6400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2148840"/>
            <a:ext cx="0" cy="1124712"/>
          </a:xfrm>
          <a:prstGeom prst="line">
            <a:avLst/>
          </a:prstGeom>
          <a:noFill/>
          <a:ln w="254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52160" y="3273552"/>
            <a:ext cx="640080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0448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PrimaryOwner__c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Person Account → IsPersonAccount filter on Account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2A/2B: Account (Household) ← ACR → Contact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Account (Person) → FinancialAccount via PrimaryOwner__c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Overview: FSC Object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Account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Household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AccountContact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Contacts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Households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960120"/>
            <a:ext cx="2743200" cy="1828800"/>
          </a:xfrm>
          <a:prstGeom prst="rect">
            <a:avLst/>
          </a:prstGeom>
          <a:solidFill>
            <a:srgbClr val="6D2E4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1051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FinServ__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FinancialAccount__c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Balance,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1874520"/>
            <a:ext cx="2286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89320" y="1874520"/>
            <a:ext cx="228600" cy="0"/>
          </a:xfrm>
          <a:prstGeom prst="line">
            <a:avLst/>
          </a:prstGeom>
          <a:noFill/>
          <a:ln w="317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036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ACR bridges 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PrimaryOwner__c 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AT A GLANCE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IsPersonAccount, PersonEmail, PersonBirthdate, RecordType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67912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913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AccountContactRelation: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9136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AccountId, ContactId, Roles, FinServ__PrimaryGroup__c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98264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4439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FinServ__FinancialAccount__c: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44439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FinServ__Balance__c, FinServ__PrimaryOwner__c, FinServ__Status__c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Grouping  ·  Query 1: Person Accounts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1E2761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individual (person) accounts from the Account object. Person Accounts represent real individuals in Salesforce FSC — not companies or households.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11887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SOQL QUERY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Id, Name, IsPersonAccount, PersonEmail, PersonBirthdate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Account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IsPersonAccount = true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EXPLAINED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456432"/>
            <a:ext cx="85953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4930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Salesforce record identifier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76472"/>
            <a:ext cx="8595360" cy="29260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813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8130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of the person account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96512"/>
            <a:ext cx="85953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IsPersonAccount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41330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 — true for individuals (not businesses)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16552"/>
            <a:ext cx="8595360" cy="29260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PersonEmail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445312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Individual's email (maps to Contact Email)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PersonBirthdate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7731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— used in financial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Grouping  ·  Query 2: Households &amp; Their Members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AccountContactRelation (ACR) object to find all contacts linked to Household accounts. FinServ__PrimaryGroup__c flags the primary household for a contact.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09928"/>
            <a:ext cx="8595360" cy="1097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2A — All Household Members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Id, Account.Name, Contact.Name, FinServ__PrimaryGroup__c, Roles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AccountContactRelation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Account.RecordType.Name = 'Household'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98648"/>
            <a:ext cx="8595360" cy="100584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626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2B — Members of a Specific Household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Id, Contact.Name, Contact.Id, Roles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AccountContactRelation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AccountId = '[Household_ID_Here]'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KEY FIELDS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4297680"/>
            <a:ext cx="85953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325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432511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relationship role (e.g., Member, Primary Member)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FinServ__PrimaryGroup__c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4599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this ACR as the contact's primary household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873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Account.RecordType.Name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48737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'Household' record type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Accounts &amp; Ownership  ·  Query 3: Financial Accounts by Owner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6D2E46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all financial accounts (e.g. investment, savings, checking) for a given primary owner. Use the Account ID of a Person Account to pull their associated financial holdings.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09928"/>
            <a:ext cx="8595360" cy="11887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SOQL QUERY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Id, Name, FinServ__Balance__c,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FinServ__PrimaryOwner__r.Name, FinServ__Status__c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FinServ__FinancialAccount__c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FinServ__PrimaryOwner__c = '[Account_ID_Here]'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 FIELDS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3337560"/>
            <a:ext cx="64008" cy="80467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33924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FinServ__Balance__c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7398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balance of the financial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33756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3337560"/>
            <a:ext cx="64008" cy="80467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33924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FinServ__PrimaryOwner__r.Name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37398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— resolves the owner's full 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5196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64008" cy="80467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43068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FinServ__Status__c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46542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status: Active, Closed, etc.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251960"/>
            <a:ext cx="4251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4251960"/>
            <a:ext cx="64008" cy="80467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43068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FinServ__PrimaryOwner__c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6542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— ID of the owning Account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1C6E82B3-12AD-4922-A102-87CFA6B841BC}"/>
</file>

<file path=customXml/itemProps2.xml><?xml version="1.0" encoding="utf-8"?>
<ds:datastoreItem xmlns:ds="http://schemas.openxmlformats.org/officeDocument/2006/customXml" ds:itemID="{A06A6641-7DF6-4041-8A5A-24B77D0439EE}"/>
</file>

<file path=customXml/itemProps3.xml><?xml version="1.0" encoding="utf-8"?>
<ds:datastoreItem xmlns:ds="http://schemas.openxmlformats.org/officeDocument/2006/customXml" ds:itemID="{D94C114D-2CD7-4462-AA00-62A64B2C2395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562</Words>
  <Application>Microsoft Office PowerPoint</Application>
  <PresentationFormat>On-screen Show (16:9)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2026-02-19T14:20:53Z</dcterms:created>
  <dcterms:modified xsi:type="dcterms:W3CDTF">2026-02-19T18:57:59Z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10734000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