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3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43" y="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B442A88C-B6CB-4329-AF62-B197A214B4A4}"/>
    <pc:docChg chg="custSel delSld modSld">
      <pc:chgData name="Sim Aulakh" userId="d6babfaf87fe36d4" providerId="LiveId" clId="{B442A88C-B6CB-4329-AF62-B197A214B4A4}" dt="2026-03-02T21:19:14.451" v="9" actId="47"/>
      <pc:docMkLst>
        <pc:docMk/>
      </pc:docMkLst>
      <pc:sldChg chg="delSp modSp mod">
        <pc:chgData name="Sim Aulakh" userId="d6babfaf87fe36d4" providerId="LiveId" clId="{B442A88C-B6CB-4329-AF62-B197A214B4A4}" dt="2026-03-02T21:18:25.647" v="5" actId="478"/>
        <pc:sldMkLst>
          <pc:docMk/>
          <pc:sldMk cId="0" sldId="258"/>
        </pc:sldMkLst>
        <pc:spChg chg="del">
          <ac:chgData name="Sim Aulakh" userId="d6babfaf87fe36d4" providerId="LiveId" clId="{B442A88C-B6CB-4329-AF62-B197A214B4A4}" dt="2026-03-02T21:18:14.047" v="0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Sim Aulakh" userId="d6babfaf87fe36d4" providerId="LiveId" clId="{B442A88C-B6CB-4329-AF62-B197A214B4A4}" dt="2026-03-02T21:18:14.047" v="0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Sim Aulakh" userId="d6babfaf87fe36d4" providerId="LiveId" clId="{B442A88C-B6CB-4329-AF62-B197A214B4A4}" dt="2026-03-02T21:18:25.647" v="5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Sim Aulakh" userId="d6babfaf87fe36d4" providerId="LiveId" clId="{B442A88C-B6CB-4329-AF62-B197A214B4A4}" dt="2026-03-02T21:18:14.047" v="0" actId="478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im Aulakh" userId="d6babfaf87fe36d4" providerId="LiveId" clId="{B442A88C-B6CB-4329-AF62-B197A214B4A4}" dt="2026-03-02T21:18:17.711" v="2" actId="6549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im Aulakh" userId="d6babfaf87fe36d4" providerId="LiveId" clId="{B442A88C-B6CB-4329-AF62-B197A214B4A4}" dt="2026-03-02T21:18:22.344" v="3" actId="1076"/>
          <ac:spMkLst>
            <pc:docMk/>
            <pc:sldMk cId="0" sldId="258"/>
            <ac:spMk id="29" creationId="{00000000-0000-0000-0000-000000000000}"/>
          </ac:spMkLst>
        </pc:spChg>
        <pc:picChg chg="del">
          <ac:chgData name="Sim Aulakh" userId="d6babfaf87fe36d4" providerId="LiveId" clId="{B442A88C-B6CB-4329-AF62-B197A214B4A4}" dt="2026-03-02T21:18:24.217" v="4" actId="478"/>
          <ac:picMkLst>
            <pc:docMk/>
            <pc:sldMk cId="0" sldId="258"/>
            <ac:picMk id="25" creationId="{00000000-0000-0000-0000-000000000000}"/>
          </ac:picMkLst>
        </pc:picChg>
      </pc:sldChg>
      <pc:sldChg chg="del">
        <pc:chgData name="Sim Aulakh" userId="d6babfaf87fe36d4" providerId="LiveId" clId="{B442A88C-B6CB-4329-AF62-B197A214B4A4}" dt="2026-03-02T21:18:29.323" v="6" actId="47"/>
        <pc:sldMkLst>
          <pc:docMk/>
          <pc:sldMk cId="0" sldId="259"/>
        </pc:sldMkLst>
      </pc:sldChg>
      <pc:sldChg chg="del">
        <pc:chgData name="Sim Aulakh" userId="d6babfaf87fe36d4" providerId="LiveId" clId="{B442A88C-B6CB-4329-AF62-B197A214B4A4}" dt="2026-03-02T21:18:31.665" v="7" actId="47"/>
        <pc:sldMkLst>
          <pc:docMk/>
          <pc:sldMk cId="0" sldId="260"/>
        </pc:sldMkLst>
      </pc:sldChg>
      <pc:sldChg chg="del">
        <pc:chgData name="Sim Aulakh" userId="d6babfaf87fe36d4" providerId="LiveId" clId="{B442A88C-B6CB-4329-AF62-B197A214B4A4}" dt="2026-03-02T21:18:44.320" v="8" actId="47"/>
        <pc:sldMkLst>
          <pc:docMk/>
          <pc:sldMk cId="0" sldId="262"/>
        </pc:sldMkLst>
      </pc:sldChg>
      <pc:sldChg chg="del">
        <pc:chgData name="Sim Aulakh" userId="d6babfaf87fe36d4" providerId="LiveId" clId="{B442A88C-B6CB-4329-AF62-B197A214B4A4}" dt="2026-03-02T21:19:14.451" v="9" actId="47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70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-182880"/>
            <a:ext cx="1828800" cy="1828800"/>
          </a:xfrm>
          <a:prstGeom prst="ellipse">
            <a:avLst/>
          </a:prstGeom>
          <a:solidFill>
            <a:srgbClr val="00A8CC">
              <a:alpha val="20000"/>
            </a:srgbClr>
          </a:solidFill>
          <a:ln w="12700">
            <a:solidFill>
              <a:srgbClr val="00A8C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FINANCIAL SERVICES CLOUD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Launcher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agents to resolve customer requests faster with guided, searchable actions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Guide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Action Launcher?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97680" cy="7315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Launcher is a Lightning component in Salesforce FSC that lets service agents </a:t>
            </a: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find and launch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right action — flows, OmniScripts, or quick actions — without leaving the console.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Actions &amp; Recommendations, it supports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OmniScript-based guided interactions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making it ideal for multi-step financial services processes.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14300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73152" cy="10515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99032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0" y="16184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find &amp; launch actions in seconds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37760" y="237744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937760" y="2377440"/>
            <a:ext cx="73152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633472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Search-Based UX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69280" y="28529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to find any action instantly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937760" y="361188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937760" y="3611880"/>
            <a:ext cx="73152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867912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6928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Multi-Action Support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669280" y="40873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Flows, OmniScripts &amp; Quick Actions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Action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463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463040" cy="8229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4088" y="1170432"/>
            <a:ext cx="694944" cy="69494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OmniScripts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3192" y="2560320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multi-step interactions built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OmniStudio — FSC exclusive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20240" y="1097280"/>
            <a:ext cx="1463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920240" y="1097280"/>
            <a:ext cx="146304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304288" y="1170432"/>
            <a:ext cx="694944" cy="69494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12344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Flows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993392" y="2560320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Salesforce Flows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walk agents through a process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520440" y="1097280"/>
            <a:ext cx="1463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520440" y="1097280"/>
            <a:ext cx="146304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904488" y="1170432"/>
            <a:ext cx="694944" cy="69494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12344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1188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Autolaunched Flows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593592" y="2560320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flows that execute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logic without a UI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193792" y="2560320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720840" y="1097280"/>
            <a:ext cx="1463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6723993" y="1106424"/>
            <a:ext cx="1463040" cy="8229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7104888" y="1170432"/>
            <a:ext cx="694944" cy="69494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23444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1228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793992" y="2560320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Record-level actions to create,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or log interactions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B3EAF5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OmniScripts are exclusive to Action Launcher — not available in Actions &amp;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 in Financial Services Cloud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7315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1298448"/>
            <a:ext cx="502920" cy="5029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3441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Reversal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187452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flow to validate and reverse fees on financial accounts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82112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82112" y="1097280"/>
            <a:ext cx="27432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91840" y="1298448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34416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13632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Update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91840" y="187452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OmniScript to update client address across all related records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44184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44184" y="1097280"/>
            <a:ext cx="2743200" cy="7315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53912" y="1298448"/>
            <a:ext cx="502920" cy="502920"/>
          </a:xfrm>
          <a:prstGeom prst="ellipse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34416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75704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Book Order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53912" y="187452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OmniScript tied to a Service Process Definition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2004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20040" y="2880360"/>
            <a:ext cx="2743200" cy="73152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29768" y="3081528"/>
            <a:ext cx="502920" cy="502920"/>
          </a:xfrm>
          <a:prstGeom prst="ellipse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12724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29768" y="36576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flow run at the start of every agent interaction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182112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182112" y="2880360"/>
            <a:ext cx="27432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291840" y="3081528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312724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13632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Creation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291840" y="36576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flow to create referral records for banking teams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044184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044184" y="2880360"/>
            <a:ext cx="27432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153912" y="3081528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127248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75704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Creation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153912" y="36576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 to log an inbound client concern as a case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73152" cy="694944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97864"/>
            <a:ext cx="493776" cy="493776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435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52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Deployments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20440" y="12070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separate deployments per team (Retail Banking, Wealth Mgmt) rather than one large deployment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892808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" y="1892808"/>
            <a:ext cx="73152" cy="69494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2920" y="1993392"/>
            <a:ext cx="493776" cy="49377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03911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1947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Top Actions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0440" y="2002536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most-used actions as buttons so agents don't need to search on every interaction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268833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20040" y="2688336"/>
            <a:ext cx="73152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02920" y="2788920"/>
            <a:ext cx="493776" cy="49377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8346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Agent-Friendly Names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520440" y="279806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clear labels like 'Reverse Fee' — not internal names like FinServ_FeeReversal_v2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20040" y="3483864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20040" y="3483864"/>
            <a:ext cx="73152" cy="69494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02920" y="3584448"/>
            <a:ext cx="493776" cy="493776"/>
          </a:xfrm>
          <a:prstGeom prst="ellipse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63016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Before Adding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520440" y="359359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OmniScripts are activated before adding them — inactive scripts won't appear at runtime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0040" y="427939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20040" y="4279392"/>
            <a:ext cx="73152" cy="694944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425696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43000" y="4334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Post-Launch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520440" y="43891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agent feedback after go-live to refine and improve the action list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ABE2886D-CD6E-4BBD-99DA-39FE2E3490AD}"/>
</file>

<file path=customXml/itemProps2.xml><?xml version="1.0" encoding="utf-8"?>
<ds:datastoreItem xmlns:ds="http://schemas.openxmlformats.org/officeDocument/2006/customXml" ds:itemID="{CFF3A93B-B4A2-46B5-914E-8C49CEEB3864}"/>
</file>

<file path=customXml/itemProps3.xml><?xml version="1.0" encoding="utf-8"?>
<ds:datastoreItem xmlns:ds="http://schemas.openxmlformats.org/officeDocument/2006/customXml" ds:itemID="{9AA9F391-15E8-4C53-8A7B-73A838FE39D3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337</Words>
  <Application>Microsoft Office PowerPoint</Application>
  <PresentationFormat>On-screen Show (16:9)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Sim Aulakh</cp:lastModifiedBy>
  <cp:revision>1</cp:revision>
  <dcterms:created xsi:type="dcterms:W3CDTF">2026-03-02T21:13:24Z</dcterms:created>
  <dcterms:modified xsi:type="dcterms:W3CDTF">2026-03-02T21:19:23Z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10733700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