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1" r:id="rId5"/>
    <p:sldId id="262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43" y="2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 Aulakh" userId="d6babfaf87fe36d4" providerId="LiveId" clId="{B442A88C-B6CB-4329-AF62-B197A214B4A4}"/>
    <pc:docChg chg="custSel delSld modSld">
      <pc:chgData name="Sim Aulakh" userId="d6babfaf87fe36d4" providerId="LiveId" clId="{B442A88C-B6CB-4329-AF62-B197A214B4A4}" dt="2026-03-05T19:29:29.917" v="22" actId="478"/>
      <pc:docMkLst>
        <pc:docMk/>
      </pc:docMkLst>
      <pc:sldChg chg="del">
        <pc:chgData name="Sim Aulakh" userId="d6babfaf87fe36d4" providerId="LiveId" clId="{B442A88C-B6CB-4329-AF62-B197A214B4A4}" dt="2026-03-05T19:23:19.692" v="0" actId="47"/>
        <pc:sldMkLst>
          <pc:docMk/>
          <pc:sldMk cId="0" sldId="256"/>
        </pc:sldMkLst>
      </pc:sldChg>
      <pc:sldChg chg="modSp mod">
        <pc:chgData name="Sim Aulakh" userId="d6babfaf87fe36d4" providerId="LiveId" clId="{B442A88C-B6CB-4329-AF62-B197A214B4A4}" dt="2026-03-05T19:29:23.601" v="20" actId="20577"/>
        <pc:sldMkLst>
          <pc:docMk/>
          <pc:sldMk cId="0" sldId="257"/>
        </pc:sldMkLst>
        <pc:spChg chg="mod">
          <ac:chgData name="Sim Aulakh" userId="d6babfaf87fe36d4" providerId="LiveId" clId="{B442A88C-B6CB-4329-AF62-B197A214B4A4}" dt="2026-03-05T19:29:23.601" v="20" actId="20577"/>
          <ac:spMkLst>
            <pc:docMk/>
            <pc:sldMk cId="0" sldId="257"/>
            <ac:spMk id="25" creationId="{00000000-0000-0000-0000-000000000000}"/>
          </ac:spMkLst>
        </pc:spChg>
      </pc:sldChg>
      <pc:sldChg chg="delSp mod">
        <pc:chgData name="Sim Aulakh" userId="d6babfaf87fe36d4" providerId="LiveId" clId="{B442A88C-B6CB-4329-AF62-B197A214B4A4}" dt="2026-03-05T19:29:29.917" v="22" actId="478"/>
        <pc:sldMkLst>
          <pc:docMk/>
          <pc:sldMk cId="0" sldId="258"/>
        </pc:sldMkLst>
        <pc:spChg chg="del">
          <ac:chgData name="Sim Aulakh" userId="d6babfaf87fe36d4" providerId="LiveId" clId="{B442A88C-B6CB-4329-AF62-B197A214B4A4}" dt="2026-03-05T19:29:26.616" v="21" actId="478"/>
          <ac:spMkLst>
            <pc:docMk/>
            <pc:sldMk cId="0" sldId="258"/>
            <ac:spMk id="41" creationId="{00000000-0000-0000-0000-000000000000}"/>
          </ac:spMkLst>
        </pc:spChg>
        <pc:spChg chg="del">
          <ac:chgData name="Sim Aulakh" userId="d6babfaf87fe36d4" providerId="LiveId" clId="{B442A88C-B6CB-4329-AF62-B197A214B4A4}" dt="2026-03-05T19:29:29.917" v="22" actId="478"/>
          <ac:spMkLst>
            <pc:docMk/>
            <pc:sldMk cId="0" sldId="258"/>
            <ac:spMk id="42" creationId="{00000000-0000-0000-0000-000000000000}"/>
          </ac:spMkLst>
        </pc:spChg>
        <pc:spChg chg="del">
          <ac:chgData name="Sim Aulakh" userId="d6babfaf87fe36d4" providerId="LiveId" clId="{B442A88C-B6CB-4329-AF62-B197A214B4A4}" dt="2026-03-05T19:29:29.917" v="22" actId="478"/>
          <ac:spMkLst>
            <pc:docMk/>
            <pc:sldMk cId="0" sldId="258"/>
            <ac:spMk id="43" creationId="{00000000-0000-0000-0000-000000000000}"/>
          </ac:spMkLst>
        </pc:spChg>
        <pc:spChg chg="del">
          <ac:chgData name="Sim Aulakh" userId="d6babfaf87fe36d4" providerId="LiveId" clId="{B442A88C-B6CB-4329-AF62-B197A214B4A4}" dt="2026-03-05T19:29:29.917" v="22" actId="478"/>
          <ac:spMkLst>
            <pc:docMk/>
            <pc:sldMk cId="0" sldId="258"/>
            <ac:spMk id="44" creationId="{00000000-0000-0000-0000-000000000000}"/>
          </ac:spMkLst>
        </pc:spChg>
      </pc:sldChg>
      <pc:sldChg chg="del">
        <pc:chgData name="Sim Aulakh" userId="d6babfaf87fe36d4" providerId="LiveId" clId="{B442A88C-B6CB-4329-AF62-B197A214B4A4}" dt="2026-03-05T19:23:40.625" v="1" actId="47"/>
        <pc:sldMkLst>
          <pc:docMk/>
          <pc:sldMk cId="0" sldId="260"/>
        </pc:sldMkLst>
      </pc:sldChg>
      <pc:sldChg chg="delSp mod">
        <pc:chgData name="Sim Aulakh" userId="d6babfaf87fe36d4" providerId="LiveId" clId="{B442A88C-B6CB-4329-AF62-B197A214B4A4}" dt="2026-03-05T19:25:05.474" v="7" actId="478"/>
        <pc:sldMkLst>
          <pc:docMk/>
          <pc:sldMk cId="0" sldId="262"/>
        </pc:sldMkLst>
        <pc:spChg chg="del">
          <ac:chgData name="Sim Aulakh" userId="d6babfaf87fe36d4" providerId="LiveId" clId="{B442A88C-B6CB-4329-AF62-B197A214B4A4}" dt="2026-03-05T19:24:58.514" v="5" actId="478"/>
          <ac:spMkLst>
            <pc:docMk/>
            <pc:sldMk cId="0" sldId="262"/>
            <ac:spMk id="38" creationId="{00000000-0000-0000-0000-000000000000}"/>
          </ac:spMkLst>
        </pc:spChg>
        <pc:spChg chg="del">
          <ac:chgData name="Sim Aulakh" userId="d6babfaf87fe36d4" providerId="LiveId" clId="{B442A88C-B6CB-4329-AF62-B197A214B4A4}" dt="2026-03-05T19:24:58.514" v="5" actId="478"/>
          <ac:spMkLst>
            <pc:docMk/>
            <pc:sldMk cId="0" sldId="262"/>
            <ac:spMk id="39" creationId="{00000000-0000-0000-0000-000000000000}"/>
          </ac:spMkLst>
        </pc:spChg>
        <pc:spChg chg="del">
          <ac:chgData name="Sim Aulakh" userId="d6babfaf87fe36d4" providerId="LiveId" clId="{B442A88C-B6CB-4329-AF62-B197A214B4A4}" dt="2026-03-05T19:24:58.514" v="5" actId="478"/>
          <ac:spMkLst>
            <pc:docMk/>
            <pc:sldMk cId="0" sldId="262"/>
            <ac:spMk id="40" creationId="{00000000-0000-0000-0000-000000000000}"/>
          </ac:spMkLst>
        </pc:spChg>
        <pc:spChg chg="del">
          <ac:chgData name="Sim Aulakh" userId="d6babfaf87fe36d4" providerId="LiveId" clId="{B442A88C-B6CB-4329-AF62-B197A214B4A4}" dt="2026-03-05T19:25:01.496" v="6" actId="478"/>
          <ac:spMkLst>
            <pc:docMk/>
            <pc:sldMk cId="0" sldId="262"/>
            <ac:spMk id="41" creationId="{00000000-0000-0000-0000-000000000000}"/>
          </ac:spMkLst>
        </pc:spChg>
        <pc:spChg chg="del">
          <ac:chgData name="Sim Aulakh" userId="d6babfaf87fe36d4" providerId="LiveId" clId="{B442A88C-B6CB-4329-AF62-B197A214B4A4}" dt="2026-03-05T19:25:05.474" v="7" actId="478"/>
          <ac:spMkLst>
            <pc:docMk/>
            <pc:sldMk cId="0" sldId="262"/>
            <ac:spMk id="43" creationId="{00000000-0000-0000-0000-000000000000}"/>
          </ac:spMkLst>
        </pc:spChg>
        <pc:spChg chg="del">
          <ac:chgData name="Sim Aulakh" userId="d6babfaf87fe36d4" providerId="LiveId" clId="{B442A88C-B6CB-4329-AF62-B197A214B4A4}" dt="2026-03-05T19:25:05.474" v="7" actId="478"/>
          <ac:spMkLst>
            <pc:docMk/>
            <pc:sldMk cId="0" sldId="262"/>
            <ac:spMk id="44" creationId="{00000000-0000-0000-0000-000000000000}"/>
          </ac:spMkLst>
        </pc:spChg>
        <pc:spChg chg="del">
          <ac:chgData name="Sim Aulakh" userId="d6babfaf87fe36d4" providerId="LiveId" clId="{B442A88C-B6CB-4329-AF62-B197A214B4A4}" dt="2026-03-05T19:25:05.474" v="7" actId="478"/>
          <ac:spMkLst>
            <pc:docMk/>
            <pc:sldMk cId="0" sldId="262"/>
            <ac:spMk id="45" creationId="{00000000-0000-0000-0000-000000000000}"/>
          </ac:spMkLst>
        </pc:spChg>
      </pc:sldChg>
      <pc:sldChg chg="del">
        <pc:chgData name="Sim Aulakh" userId="d6babfaf87fe36d4" providerId="LiveId" clId="{B442A88C-B6CB-4329-AF62-B197A214B4A4}" dt="2026-03-05T19:24:00.606" v="2" actId="47"/>
        <pc:sldMkLst>
          <pc:docMk/>
          <pc:sldMk cId="0" sldId="263"/>
        </pc:sldMkLst>
      </pc:sldChg>
      <pc:sldChg chg="del">
        <pc:chgData name="Sim Aulakh" userId="d6babfaf87fe36d4" providerId="LiveId" clId="{B442A88C-B6CB-4329-AF62-B197A214B4A4}" dt="2026-03-05T19:24:07.592" v="3" actId="47"/>
        <pc:sldMkLst>
          <pc:docMk/>
          <pc:sldMk cId="0" sldId="264"/>
        </pc:sldMkLst>
      </pc:sldChg>
      <pc:sldChg chg="del">
        <pc:chgData name="Sim Aulakh" userId="d6babfaf87fe36d4" providerId="LiveId" clId="{B442A88C-B6CB-4329-AF62-B197A214B4A4}" dt="2026-03-05T19:24:10.411" v="4" actId="47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202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OMNISCRIPT?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960120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91440" cy="960120"/>
          </a:xfrm>
          <a:prstGeom prst="rect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OmniScript is a Salesforce Industries (Vlocity) declarative tool for building guided, multi-step user experiences — such as complex forms, wizards, and digital processes — without custom code.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2011680" cy="2468880"/>
          </a:xfrm>
          <a:prstGeom prst="rect">
            <a:avLst/>
          </a:prstGeom>
          <a:solidFill>
            <a:srgbClr val="F4F8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2011680" cy="54864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15568" y="2423160"/>
            <a:ext cx="512064" cy="512064"/>
          </a:xfrm>
          <a:prstGeom prst="ellipse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15568" y="2423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UI Wizard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4787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screens that guide users through complex processes with branching logic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14600" y="2331720"/>
            <a:ext cx="2011680" cy="2468880"/>
          </a:xfrm>
          <a:prstGeom prst="rect">
            <a:avLst/>
          </a:prstGeom>
          <a:solidFill>
            <a:srgbClr val="F4F8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14600" y="2331720"/>
            <a:ext cx="2011680" cy="54864"/>
          </a:xfrm>
          <a:prstGeom prst="rect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64408" y="2423160"/>
            <a:ext cx="512064" cy="512064"/>
          </a:xfrm>
          <a:prstGeom prst="ellipse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64408" y="2423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Builder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6040" y="354787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canvas using elements like inputs, conditions, data actions &amp; more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2011680" cy="2468880"/>
          </a:xfrm>
          <a:prstGeom prst="rect">
            <a:avLst/>
          </a:prstGeom>
          <a:solidFill>
            <a:srgbClr val="F4F8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2331720"/>
            <a:ext cx="2011680" cy="54864"/>
          </a:xfrm>
          <a:prstGeom prst="rect">
            <a:avLst/>
          </a:prstGeom>
          <a:solidFill>
            <a:srgbClr val="5469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13248" y="2423160"/>
            <a:ext cx="512064" cy="512064"/>
          </a:xfrm>
          <a:prstGeom prst="ellipse">
            <a:avLst/>
          </a:prstGeom>
          <a:solidFill>
            <a:srgbClr val="5469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13248" y="2423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5488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54787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any system via Integration Procedures, REST/SOAP APIs, Apex, &amp; </a:t>
            </a:r>
            <a:r>
              <a:rPr lang="en-US" sz="1050" dirty="0" err="1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DataMappers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12280" y="2331720"/>
            <a:ext cx="2011680" cy="2468880"/>
          </a:xfrm>
          <a:prstGeom prst="rect">
            <a:avLst/>
          </a:prstGeom>
          <a:solidFill>
            <a:srgbClr val="F4F8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12280" y="2331720"/>
            <a:ext cx="2011680" cy="54864"/>
          </a:xfrm>
          <a:prstGeom prst="rect">
            <a:avLst/>
          </a:prstGeom>
          <a:solidFill>
            <a:srgbClr val="027A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562088" y="2423160"/>
            <a:ext cx="512064" cy="512064"/>
          </a:xfrm>
          <a:prstGeom prst="ellipse">
            <a:avLst/>
          </a:prstGeom>
          <a:solidFill>
            <a:srgbClr val="027A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62088" y="2423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0372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354787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OmniScripts within each other, use FlexCards, and share elements across orgs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OMNISCRIPT KEY ELEMENTS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931920" cy="621792"/>
          </a:xfrm>
          <a:prstGeom prst="rect">
            <a:avLst/>
          </a:prstGeom>
          <a:solidFill>
            <a:srgbClr val="F4F8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73152" cy="621792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groupings of elements shown on a single screen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3931920" cy="621792"/>
          </a:xfrm>
          <a:prstGeom prst="rect">
            <a:avLst/>
          </a:prstGeom>
          <a:solidFill>
            <a:srgbClr val="F4F8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73152" cy="621792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components: Text Input, Select, Date, File Upload, Radio, etc.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97480"/>
            <a:ext cx="3931920" cy="621792"/>
          </a:xfrm>
          <a:prstGeom prst="rect">
            <a:avLst/>
          </a:prstGeom>
          <a:solidFill>
            <a:srgbClr val="F4F8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73152" cy="621792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HTTP, IP, Apex, SOQL, or custom functions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29000"/>
            <a:ext cx="3931920" cy="621792"/>
          </a:xfrm>
          <a:prstGeom prst="rect">
            <a:avLst/>
          </a:prstGeom>
          <a:solidFill>
            <a:srgbClr val="F4F8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429000"/>
            <a:ext cx="73152" cy="621792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Show/hide, enable/disable elements based on runtime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160520"/>
            <a:ext cx="3931920" cy="621792"/>
          </a:xfrm>
          <a:prstGeom prst="rect">
            <a:avLst/>
          </a:prstGeom>
          <a:solidFill>
            <a:srgbClr val="F4F8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4160520"/>
            <a:ext cx="73152" cy="621792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Actions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" y="4462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control: GoTo, SetValue, ShowBlock, etc.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1234440"/>
            <a:ext cx="3931920" cy="621792"/>
          </a:xfrm>
          <a:prstGeom prst="rect">
            <a:avLst/>
          </a:prstGeom>
          <a:solidFill>
            <a:srgbClr val="F4F8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92040" y="1234440"/>
            <a:ext cx="73152" cy="621792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56632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DataRaptors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56632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transform &amp; load Salesforce data in/out of OmniScript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1965960"/>
            <a:ext cx="3931920" cy="621792"/>
          </a:xfrm>
          <a:prstGeom prst="rect">
            <a:avLst/>
          </a:prstGeom>
          <a:solidFill>
            <a:srgbClr val="F4F8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92040" y="1965960"/>
            <a:ext cx="73152" cy="621792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56632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Procedures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56632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orchestration of multiple data operations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2697480"/>
            <a:ext cx="3931920" cy="621792"/>
          </a:xfrm>
          <a:prstGeom prst="rect">
            <a:avLst/>
          </a:prstGeom>
          <a:solidFill>
            <a:srgbClr val="F4F8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92040" y="2697480"/>
            <a:ext cx="73152" cy="621792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56632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FlexCards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56632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contextual data cards triggered from OmniScript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3429000"/>
            <a:ext cx="3931920" cy="621792"/>
          </a:xfrm>
          <a:prstGeom prst="rect">
            <a:avLst/>
          </a:prstGeom>
          <a:solidFill>
            <a:srgbClr val="F4F8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92040" y="3429000"/>
            <a:ext cx="73152" cy="621792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56632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LWC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56632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Lightning Web Components for advanced custom UI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FB7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PROCEDURE —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solidFill>
            <a:srgbClr val="FFF8E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91440" cy="777240"/>
          </a:xfrm>
          <a:prstGeom prst="rect">
            <a:avLst/>
          </a:prstGeom>
          <a:solidFill>
            <a:srgbClr val="FFB7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Integration Procedure (IP) is a server-side, declarative tool that orchestrates multiple data operations — Apex, REST calls, DataRaptors — in a single transaction, running entirely on the server without UI.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1508760" cy="100584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OmniScript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Apex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07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74520" y="2651760"/>
            <a:ext cx="18288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75104" y="24963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AAAA"/>
                </a:solidFill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057400" y="2148840"/>
            <a:ext cx="1508760" cy="1005840"/>
          </a:xfrm>
          <a:prstGeom prst="rect">
            <a:avLst/>
          </a:prstGeom>
          <a:solidFill>
            <a:srgbClr val="0070D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57400" y="21488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2807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REST/SOAP Call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2651760"/>
            <a:ext cx="18288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66744" y="24963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AAAA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49040" y="2148840"/>
            <a:ext cx="1508760" cy="1005840"/>
          </a:xfrm>
          <a:prstGeom prst="rect">
            <a:avLst/>
          </a:prstGeom>
          <a:solidFill>
            <a:srgbClr val="0070D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49040" y="21488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DataRaptor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2807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Salesforce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57800" y="2651760"/>
            <a:ext cx="18288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58384" y="24963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AAAA"/>
                </a:solidFill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40680" y="2148840"/>
            <a:ext cx="1508760" cy="1005840"/>
          </a:xfrm>
          <a:prstGeom prst="rect">
            <a:avLst/>
          </a:prstGeom>
          <a:solidFill>
            <a:srgbClr val="0070D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40680" y="21488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Values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Transform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2807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Data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0" y="2651760"/>
            <a:ext cx="18288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50024" y="24963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AAAA"/>
                </a:solidFill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132320" y="2148840"/>
            <a:ext cx="1508760" cy="1005840"/>
          </a:xfrm>
          <a:prstGeom prst="rect">
            <a:avLst/>
          </a:prstGeom>
          <a:solidFill>
            <a:srgbClr val="027A4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0" y="21488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DataRaptor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2807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CF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Salesforce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3337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3749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Runs server-side — no browser round trips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37560" y="3749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Can call multiple actions in sequence or in parallel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09360" y="3749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Supports looping over collections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4096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Reusable across any OmniScript or Apex code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37560" y="4096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Transactional — stops on error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PROCEDURE — ACTION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011680" cy="155448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64008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 Action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7099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external REST or SOAP endpoints. Configure headers, method, request/response mapping.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1143000"/>
            <a:ext cx="2011680" cy="155448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50592" y="1143000"/>
            <a:ext cx="2011680" cy="64008"/>
          </a:xfrm>
          <a:prstGeom prst="rect">
            <a:avLst/>
          </a:prstGeom>
          <a:solidFill>
            <a:srgbClr val="5469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42032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DataRaptor Extract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42032" y="17099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Salesforce object fields/relationships. Maps SOQL results into IP JSON.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143000"/>
            <a:ext cx="2011680" cy="155448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26864" y="1143000"/>
            <a:ext cx="2011680" cy="64008"/>
          </a:xfrm>
          <a:prstGeom prst="rect">
            <a:avLst/>
          </a:prstGeom>
          <a:solidFill>
            <a:srgbClr val="027A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18304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DataRaptor Load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18304" y="17099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Write/upsert Salesforce records. Maps IP JSON into SObject fields.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1143000"/>
            <a:ext cx="2011680" cy="155448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03136" y="1143000"/>
            <a:ext cx="2011680" cy="64008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94576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DataRaptor Transform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94576" y="17099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&amp; reshape JSON data between actions without hitting the database.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62072"/>
            <a:ext cx="2011680" cy="155448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862072"/>
            <a:ext cx="2011680" cy="6400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2999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Set Values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3429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set output node values, perform string concatenation, math, or conditional assignments.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50592" y="2862072"/>
            <a:ext cx="2011680" cy="155448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450592" y="2862072"/>
            <a:ext cx="2011680" cy="64008"/>
          </a:xfrm>
          <a:prstGeom prst="rect">
            <a:avLst/>
          </a:prstGeom>
          <a:solidFill>
            <a:srgbClr val="BE18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42032" y="2999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Response Action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542032" y="3429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define the JSON structure returned to the caller (OmniScript or Apex).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26864" y="2862072"/>
            <a:ext cx="2011680" cy="155448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26864" y="2862072"/>
            <a:ext cx="201168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18304" y="2999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Invoke IP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18304" y="3429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another Integration Procedure — enabling composable, reusable IP chains.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03136" y="2862072"/>
            <a:ext cx="2011680" cy="155448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03136" y="2862072"/>
            <a:ext cx="2011680" cy="640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94576" y="2999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Loop Action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94576" y="3429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over a collection array and execute child actions for each item.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OMNISCRIPT WHEN WE HAVE FLOWS?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194560" cy="4572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Category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42032" y="1143000"/>
            <a:ext cx="3108960" cy="457200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42032" y="1143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Salesforce 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78424" y="1143000"/>
            <a:ext cx="3145536" cy="457200"/>
          </a:xfrm>
          <a:prstGeom prst="rect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78424" y="114300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OmniScript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719072"/>
            <a:ext cx="8503920" cy="457200"/>
          </a:xfrm>
          <a:prstGeom prst="rect">
            <a:avLst/>
          </a:prstGeom>
          <a:solidFill>
            <a:srgbClr val="F4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719072"/>
            <a:ext cx="64008" cy="457200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Customization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78608" y="17190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Limited styling; basic components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0" y="17190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brandable LWC components, rich theming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194560"/>
            <a:ext cx="85039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194560"/>
            <a:ext cx="64008" cy="457200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Wizards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78608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Possible but complex &amp; limited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1500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Purpose-built with steps, navigation, conditions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670048"/>
            <a:ext cx="8503920" cy="457200"/>
          </a:xfrm>
          <a:prstGeom prst="rect">
            <a:avLst/>
          </a:prstGeom>
          <a:solidFill>
            <a:srgbClr val="F4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2670048"/>
            <a:ext cx="64008" cy="457200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" y="2670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578608" y="2670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Governor limits on large data sets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15000" y="26700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IP handles bulk ops server-side efficiently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145536"/>
            <a:ext cx="85039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3145536"/>
            <a:ext cx="64008" cy="457200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8912" y="31455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78608" y="3145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HTTP callouts possible but verbose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15000" y="31455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HTTP Actions + IP designed for API orchestration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621024"/>
            <a:ext cx="8503920" cy="457200"/>
          </a:xfrm>
          <a:prstGeom prst="rect">
            <a:avLst/>
          </a:prstGeom>
          <a:solidFill>
            <a:srgbClr val="F4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" y="3621024"/>
            <a:ext cx="64008" cy="457200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8912" y="36210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578608" y="3621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Subflows; limited portability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362102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Reuse IPs across any OmniScript, Apex, or API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096512"/>
            <a:ext cx="85039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0040" y="4096512"/>
            <a:ext cx="64008" cy="457200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20040" y="4572000"/>
            <a:ext cx="64008" cy="457200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EC4FAED17FD4FA002B715A7CB3129" ma:contentTypeVersion="19" ma:contentTypeDescription="Create a new document." ma:contentTypeScope="" ma:versionID="fc607e3a73fbd72e1e6558e9065345a3">
  <xsd:schema xmlns:xsd="http://www.w3.org/2001/XMLSchema" xmlns:xs="http://www.w3.org/2001/XMLSchema" xmlns:p="http://schemas.microsoft.com/office/2006/metadata/properties" xmlns:ns2="92e4be8c-5aca-45ec-8e17-deab1f90d7c8" xmlns:ns3="92b31412-8c8f-44f1-a883-141cef3f34cc" targetNamespace="http://schemas.microsoft.com/office/2006/metadata/properties" ma:root="true" ma:fieldsID="33e2405e61dc50088f30f9e2951fba88" ns2:_="" ns3:_="">
    <xsd:import namespace="92e4be8c-5aca-45ec-8e17-deab1f90d7c8"/>
    <xsd:import namespace="92b31412-8c8f-44f1-a883-141cef3f34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Duratio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be8c-5aca-45ec-8e17-deab1f90d7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795d2f5-1cbf-45cb-9409-0dc909a94953}" ma:internalName="TaxCatchAll" ma:showField="CatchAllData" ma:web="92e4be8c-5aca-45ec-8e17-deab1f90d7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31412-8c8f-44f1-a883-141cef3f3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uration" ma:index="19" nillable="true" ma:displayName="Duration" ma:internalName="Duration">
      <xsd:simpleType>
        <xsd:restriction base="dms:Text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b31412-8c8f-44f1-a883-141cef3f34cc">
      <Terms xmlns="http://schemas.microsoft.com/office/infopath/2007/PartnerControls"/>
    </lcf76f155ced4ddcb4097134ff3c332f>
    <TaxCatchAll xmlns="92e4be8c-5aca-45ec-8e17-deab1f90d7c8" xsi:nil="true"/>
    <Duration xmlns="92b31412-8c8f-44f1-a883-141cef3f34cc" xsi:nil="true"/>
    <SharedWithUsers xmlns="92e4be8c-5aca-45ec-8e17-deab1f90d7c8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880FD1F3-FADE-4232-BC3C-1BF971D58CA7}"/>
</file>

<file path=customXml/itemProps2.xml><?xml version="1.0" encoding="utf-8"?>
<ds:datastoreItem xmlns:ds="http://schemas.openxmlformats.org/officeDocument/2006/customXml" ds:itemID="{C166F43B-1535-4DA5-862E-65A51DFF8130}"/>
</file>

<file path=customXml/itemProps3.xml><?xml version="1.0" encoding="utf-8"?>
<ds:datastoreItem xmlns:ds="http://schemas.openxmlformats.org/officeDocument/2006/customXml" ds:itemID="{AF56629C-0E0B-4E09-9BDB-75AC37F751FF}"/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562</Words>
  <Application>Microsoft Office PowerPoint</Application>
  <PresentationFormat>On-screen Show (16:9)</PresentationFormat>
  <Paragraphs>101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PptxGenJS</dc:creator>
  <cp:lastModifiedBy>Sim Aulakh</cp:lastModifiedBy>
  <cp:revision>1</cp:revision>
  <dcterms:created xsi:type="dcterms:W3CDTF">2026-03-05T16:33:16Z</dcterms:created>
  <dcterms:modified xsi:type="dcterms:W3CDTF">2026-03-05T19:29:39Z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0x010100AF5EC4FAED17FD4FA002B715A7CB3129</vt:lpwstr>
  </property>
  <property fmtid="{D5CDD505-2E9C-101B-9397-08002B2CF9AE}" pid="3" name="Order">
    <vt:r8>10733400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